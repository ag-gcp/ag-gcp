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2" autoAdjust="0"/>
    <p:restoredTop sz="94660"/>
  </p:normalViewPr>
  <p:slideViewPr>
    <p:cSldViewPr snapToGrid="0">
      <p:cViewPr varScale="1">
        <p:scale>
          <a:sx n="76" d="100"/>
          <a:sy n="76" d="100"/>
        </p:scale>
        <p:origin x="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E2A99-AC0C-12DF-145B-79F4D936C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6AEA0-CAAC-8876-E64D-BA05EC1EB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9AED6-9AA8-F6D7-1B46-794940F0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611E0-72A1-F01E-B581-CAE55005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4851B-9DD7-83CB-09BC-ABA5B8CD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4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7AED-45BC-DA3A-7D73-4D2679DD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BF8D-21BD-3DEF-8197-10FB468DF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6E38D-6F68-9E32-6A98-008BF53D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F0AAB-691C-D95A-57A5-DE95BF16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BF03E-A65D-661B-0499-41836C16E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5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FBA9-6104-45F4-C2BF-ACFB9FDE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69420-7A4C-9E07-55D0-249276B84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96CDD-E67A-B88B-97B0-E6E417D4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56083-6AAE-E5BA-5C69-A157FC5C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4997B-AE6C-8978-8430-7680B706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8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13F5-E9DC-F148-43E5-46A5A6CB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314CC-97BA-07DB-57D6-41CE104E2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98D35-AFB9-87A5-8EB8-A252413A1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80CDD-614D-701D-4477-6A8AC65D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EFC78-A2C2-7924-7711-62DB0B20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96FF4-5577-6A1D-3DC8-DED919A4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7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87D8-3CA8-FE2F-9783-992BA91B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019DB-50FF-AEF3-697B-19F4488E7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B7561-ED06-BF3A-F86D-369C06038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91108-8F32-D83E-24F8-220D33785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08FD0-2DFE-F545-5567-77CDC6985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DC6A2-17D8-CB90-3E3C-4FD8AAE9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81764-ED69-2D89-23F7-15B0346E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6D520-F208-63ED-2831-4C95D7C9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44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AED6-D39A-1E18-2D10-0AB0AFB0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5C526-FE69-0C3D-32B0-7DFD425D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9D9F8-94AF-7CB4-2CC7-45CF3979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0A1D6-CAE1-38A1-2CFE-ADFA072B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5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DE28B-8890-CC12-938A-6F551513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2973E-5210-780B-B66A-8771DAA5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5893E-4CAA-689F-4BE7-2146E097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0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75DE-A34C-FD79-2C09-3DA52231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5B1C2-0936-A137-CD85-89EF53698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9B86F-6856-283A-242B-E5E5F959C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85D80-C166-80DA-C552-CD01C6F1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5F2D1-1C0D-9124-B0F1-92DFF635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270F0-658E-6EEA-72E8-A658A00DA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1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309E-8D5B-48A7-1B0D-E7355962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E30C9-6B7F-66B9-C0C4-BC3702065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7725D-B7FE-611E-8652-9EF8FBA8F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9D84E-202A-56FC-0C6F-AC1DAFB3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82A2E-8B08-B215-E29E-3F055D11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17CAA-6694-982B-8CD8-536068329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45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405C-2684-2459-8F74-814CD64D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DAA83-CD34-0ECC-9023-5B3B71633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59226-2CF8-F49D-1DC9-B250BDA0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6E3A1-48D8-879E-DD76-5E88FC61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21F9-14CC-EE0B-1A37-CE0A572C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2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E2644-E096-47F1-3672-F83BE5F76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3D771-99A5-ABE7-0454-D39F62008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60583-5DBD-949A-C507-233D464A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F04CC-484A-28C3-7B19-740B74122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20F88-A682-A789-2E9A-9AA4A75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09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CCDA0-4690-1AA1-7026-0DBC6D3DE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64711-4DA4-3F61-147A-9774DE548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7CB9A-F5D3-B00F-9E0E-4BC21E8CF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845A3-67EC-4825-8F3F-3EDF638F7D5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D7FD-5612-89F1-75BC-8F4B89019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888A4-7FEA-94D8-6C7E-D69074472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4ACD8-1CEB-4D60-9610-4045BA3CD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slideLayout" Target="../slideLayouts/slideLayout6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19ECE6-F528-4C35-A3C4-D0E091FF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7CC28-6934-4745-9F4A-AFDFBB298352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05C4442-62F9-4D97-8ADE-C3502FFCD232}"/>
              </a:ext>
            </a:extLst>
          </p:cNvPr>
          <p:cNvGraphicFramePr>
            <a:graphicFrameLocks noGrp="1"/>
          </p:cNvGraphicFramePr>
          <p:nvPr/>
        </p:nvGraphicFramePr>
        <p:xfrm>
          <a:off x="883920" y="580358"/>
          <a:ext cx="10332720" cy="5522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334">
                  <a:extLst>
                    <a:ext uri="{9D8B030D-6E8A-4147-A177-3AD203B41FA5}">
                      <a16:colId xmlns:a16="http://schemas.microsoft.com/office/drawing/2014/main" val="461255105"/>
                    </a:ext>
                  </a:extLst>
                </a:gridCol>
                <a:gridCol w="738052">
                  <a:extLst>
                    <a:ext uri="{9D8B030D-6E8A-4147-A177-3AD203B41FA5}">
                      <a16:colId xmlns:a16="http://schemas.microsoft.com/office/drawing/2014/main" val="590304576"/>
                    </a:ext>
                  </a:extLst>
                </a:gridCol>
                <a:gridCol w="1199334">
                  <a:extLst>
                    <a:ext uri="{9D8B030D-6E8A-4147-A177-3AD203B41FA5}">
                      <a16:colId xmlns:a16="http://schemas.microsoft.com/office/drawing/2014/main" val="2941595795"/>
                    </a:ext>
                  </a:extLst>
                </a:gridCol>
                <a:gridCol w="1559972">
                  <a:extLst>
                    <a:ext uri="{9D8B030D-6E8A-4147-A177-3AD203B41FA5}">
                      <a16:colId xmlns:a16="http://schemas.microsoft.com/office/drawing/2014/main" val="3541363559"/>
                    </a:ext>
                  </a:extLst>
                </a:gridCol>
                <a:gridCol w="1409008">
                  <a:extLst>
                    <a:ext uri="{9D8B030D-6E8A-4147-A177-3AD203B41FA5}">
                      <a16:colId xmlns:a16="http://schemas.microsoft.com/office/drawing/2014/main" val="3122937499"/>
                    </a:ext>
                  </a:extLst>
                </a:gridCol>
                <a:gridCol w="1502941">
                  <a:extLst>
                    <a:ext uri="{9D8B030D-6E8A-4147-A177-3AD203B41FA5}">
                      <a16:colId xmlns:a16="http://schemas.microsoft.com/office/drawing/2014/main" val="631168774"/>
                    </a:ext>
                  </a:extLst>
                </a:gridCol>
                <a:gridCol w="1315073">
                  <a:extLst>
                    <a:ext uri="{9D8B030D-6E8A-4147-A177-3AD203B41FA5}">
                      <a16:colId xmlns:a16="http://schemas.microsoft.com/office/drawing/2014/main" val="1487615709"/>
                    </a:ext>
                  </a:extLst>
                </a:gridCol>
                <a:gridCol w="1409006">
                  <a:extLst>
                    <a:ext uri="{9D8B030D-6E8A-4147-A177-3AD203B41FA5}">
                      <a16:colId xmlns:a16="http://schemas.microsoft.com/office/drawing/2014/main" val="442363550"/>
                    </a:ext>
                  </a:extLst>
                </a:gridCol>
              </a:tblGrid>
              <a:tr h="402871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109728" marR="109728" marT="54864" marB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Jan17</a:t>
                      </a:r>
                    </a:p>
                  </a:txBody>
                  <a:tcPr marL="109728" marR="109728" marT="54864" marB="54864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Jan24</a:t>
                      </a:r>
                    </a:p>
                  </a:txBody>
                  <a:tcPr marL="109728" marR="109728" marT="54864" marB="54864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Jan31</a:t>
                      </a:r>
                    </a:p>
                  </a:txBody>
                  <a:tcPr marL="109728" marR="109728" marT="54864" marB="54864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Feb7</a:t>
                      </a:r>
                    </a:p>
                  </a:txBody>
                  <a:tcPr marL="109728" marR="109728" marT="54864" marB="54864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Feb14</a:t>
                      </a:r>
                    </a:p>
                  </a:txBody>
                  <a:tcPr marL="109728" marR="109728" marT="54864" marB="54864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Feb21</a:t>
                      </a:r>
                    </a:p>
                  </a:txBody>
                  <a:tcPr marL="109728" marR="109728" marT="54864" marB="54864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Feb28</a:t>
                      </a:r>
                    </a:p>
                  </a:txBody>
                  <a:tcPr marL="109728" marR="109728" marT="54864" marB="54864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245565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lang="en-US" sz="1700" dirty="0" err="1"/>
                        <a:t>OneTrust</a:t>
                      </a:r>
                      <a:endParaRPr lang="en-US" sz="1700" dirty="0"/>
                    </a:p>
                  </a:txBody>
                  <a:tcPr marL="109728" marR="109728" marT="54864" marB="5486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Acct#+Brand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Address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532148905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r>
                        <a:rPr lang="en-US" sz="1700" dirty="0"/>
                        <a:t>LTI RMS</a:t>
                      </a:r>
                    </a:p>
                  </a:txBody>
                  <a:tcPr marL="109728" marR="109728" marT="54864" marB="5486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Full-loop on Mag DNS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SERV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DataLake</a:t>
                      </a:r>
                      <a:endParaRPr lang="en-US" sz="14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Panderfile</a:t>
                      </a:r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loop</a:t>
                      </a:r>
                    </a:p>
                    <a:p>
                      <a:r>
                        <a:rPr lang="en-US" sz="1400" dirty="0"/>
                        <a:t>OT integration</a:t>
                      </a:r>
                    </a:p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Full-loop on All DNS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SERV-PF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/>
                        <a:t>eHub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805098654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r>
                        <a:rPr lang="en-US" sz="1700" dirty="0" err="1"/>
                        <a:t>RecReg</a:t>
                      </a:r>
                      <a:r>
                        <a:rPr lang="en-US" sz="1700" dirty="0"/>
                        <a:t>/</a:t>
                      </a:r>
                    </a:p>
                    <a:p>
                      <a:r>
                        <a:rPr lang="en-US" sz="1700" dirty="0"/>
                        <a:t>WSG</a:t>
                      </a:r>
                    </a:p>
                  </a:txBody>
                  <a:tcPr marL="109728" marR="109728" marT="54864" marB="5486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SERV DNS API to LTI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SERV-PF DNS API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613638394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lang="en-US" sz="1700" dirty="0" err="1"/>
                        <a:t>Datalake</a:t>
                      </a:r>
                      <a:endParaRPr lang="en-US" sz="1700" dirty="0"/>
                    </a:p>
                  </a:txBody>
                  <a:tcPr marL="109728" marR="109728" marT="54864" marB="5486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Spec v1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Response API to LTI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2085928927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r>
                        <a:rPr lang="en-US" sz="1700" dirty="0" err="1"/>
                        <a:t>Panderfile</a:t>
                      </a:r>
                      <a:endParaRPr lang="en-US" sz="1700" dirty="0"/>
                    </a:p>
                  </a:txBody>
                  <a:tcPr marL="109728" marR="109728" marT="54864" marB="5486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Spec v1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URL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Ack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1617920066"/>
                  </a:ext>
                </a:extLst>
              </a:tr>
              <a:tr h="620506">
                <a:tc>
                  <a:txBody>
                    <a:bodyPr/>
                    <a:lstStyle/>
                    <a:p>
                      <a:r>
                        <a:rPr lang="en-US" sz="1700" dirty="0"/>
                        <a:t>3</a:t>
                      </a:r>
                      <a:r>
                        <a:rPr lang="en-US" sz="1700" baseline="30000" dirty="0"/>
                        <a:t>rd</a:t>
                      </a:r>
                      <a:r>
                        <a:rPr lang="en-US" sz="1700" dirty="0"/>
                        <a:t> Party</a:t>
                      </a:r>
                    </a:p>
                  </a:txBody>
                  <a:tcPr marL="109728" marR="109728" marT="54864" marB="54864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:a16="http://schemas.microsoft.com/office/drawing/2014/main" val="34144283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D18599-B8A5-494A-B88E-23789DEA5708}"/>
              </a:ext>
            </a:extLst>
          </p:cNvPr>
          <p:cNvSpPr txBox="1"/>
          <p:nvPr/>
        </p:nvSpPr>
        <p:spPr>
          <a:xfrm>
            <a:off x="1615440" y="125469"/>
            <a:ext cx="859536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60" dirty="0"/>
              <a:t>DNS Integration/Automation</a:t>
            </a:r>
          </a:p>
        </p:txBody>
      </p:sp>
    </p:spTree>
    <p:extLst>
      <p:ext uri="{BB962C8B-B14F-4D97-AF65-F5344CB8AC3E}">
        <p14:creationId xmlns:p14="http://schemas.microsoft.com/office/powerpoint/2010/main" val="14057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" name="OTLSHAPE_TB_00000000000000000000000000000000_LeftEndCaps"/>
          <p:cNvSpPr txBox="1"/>
          <p:nvPr>
            <p:custDataLst>
              <p:tags r:id="rId2"/>
            </p:custDataLst>
          </p:nvPr>
        </p:nvSpPr>
        <p:spPr>
          <a:xfrm>
            <a:off x="1303562" y="2966652"/>
            <a:ext cx="948657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spc="-36" dirty="0">
                <a:solidFill>
                  <a:srgbClr val="C0504D"/>
                </a:solidFill>
                <a:latin typeface="Corbel" panose="020B0503020204020204" pitchFamily="34" charset="0"/>
              </a:rPr>
              <a:t>Jan 1,2020</a:t>
            </a:r>
          </a:p>
        </p:txBody>
      </p:sp>
      <p:sp>
        <p:nvSpPr>
          <p:cNvPr id="9422" name="OTLSHAPE_TB_00000000000000000000000000000000_RightEndCaps"/>
          <p:cNvSpPr txBox="1"/>
          <p:nvPr>
            <p:custDataLst>
              <p:tags r:id="rId3"/>
            </p:custDataLst>
          </p:nvPr>
        </p:nvSpPr>
        <p:spPr>
          <a:xfrm>
            <a:off x="9974866" y="2952751"/>
            <a:ext cx="1067665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spc="-36" dirty="0">
                <a:solidFill>
                  <a:srgbClr val="C0504D"/>
                </a:solidFill>
                <a:latin typeface="Corbel" panose="020B0503020204020204" pitchFamily="34" charset="0"/>
              </a:rPr>
              <a:t>April 1,2020</a:t>
            </a:r>
          </a:p>
        </p:txBody>
      </p:sp>
      <p:cxnSp>
        <p:nvCxnSpPr>
          <p:cNvPr id="9447" name="OTLSHAPE_M_6a283b367375415b92b0e5fc4e16a0cc_Connector1"/>
          <p:cNvCxnSpPr/>
          <p:nvPr>
            <p:custDataLst>
              <p:tags r:id="rId4"/>
            </p:custDataLst>
          </p:nvPr>
        </p:nvCxnSpPr>
        <p:spPr>
          <a:xfrm>
            <a:off x="7474681" y="2439589"/>
            <a:ext cx="0" cy="411562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6" name="OTLSHAPE_M_93afb554552a4221a5380f7919409aa7_Connector1"/>
          <p:cNvCxnSpPr/>
          <p:nvPr>
            <p:custDataLst>
              <p:tags r:id="rId5"/>
            </p:custDataLst>
          </p:nvPr>
        </p:nvCxnSpPr>
        <p:spPr>
          <a:xfrm>
            <a:off x="8703289" y="2204275"/>
            <a:ext cx="0" cy="569365"/>
          </a:xfrm>
          <a:prstGeom prst="line">
            <a:avLst/>
          </a:prstGeom>
          <a:ln w="9525" cap="flat" cmpd="sng" algn="ctr">
            <a:solidFill>
              <a:srgbClr val="DC592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23" name="OTLSHAPE_TB_00000000000000000000000000000000_ScaleContainer"/>
          <p:cNvSpPr/>
          <p:nvPr>
            <p:custDataLst>
              <p:tags r:id="rId6"/>
            </p:custDataLst>
          </p:nvPr>
        </p:nvSpPr>
        <p:spPr>
          <a:xfrm>
            <a:off x="2309192" y="2818621"/>
            <a:ext cx="7493000" cy="381000"/>
          </a:xfrm>
          <a:prstGeom prst="roundRect">
            <a:avLst>
              <a:gd name="adj" fmla="val 100000"/>
            </a:avLst>
          </a:prstGeom>
          <a:gradFill flip="none" rotWithShape="1">
            <a:gsLst>
              <a:gs pos="0">
                <a:srgbClr val="44546A"/>
              </a:gs>
              <a:gs pos="100000">
                <a:srgbClr val="44546A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424" name="OTLSHAPE_TB_00000000000000000000000000000000_ElapsedTime" hidden="1"/>
          <p:cNvSpPr/>
          <p:nvPr>
            <p:custDataLst>
              <p:tags r:id="rId7"/>
            </p:custDataLst>
          </p:nvPr>
        </p:nvSpPr>
        <p:spPr>
          <a:xfrm>
            <a:off x="2357121" y="2914650"/>
            <a:ext cx="5435600" cy="381000"/>
          </a:xfrm>
          <a:prstGeom prst="roundRect">
            <a:avLst>
              <a:gd name="adj" fmla="val 10000000"/>
            </a:avLst>
          </a:prstGeom>
          <a:solidFill>
            <a:schemeClr val="dk1">
              <a:alpha val="30196"/>
            </a:scheme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2700" h="139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25" name="OTLSHAPE_TB_00000000000000000000000000000000_TodayMarkerShape" hidden="1"/>
          <p:cNvSpPr/>
          <p:nvPr>
            <p:custDataLst>
              <p:tags r:id="rId8"/>
            </p:custDataLst>
          </p:nvPr>
        </p:nvSpPr>
        <p:spPr>
          <a:xfrm>
            <a:off x="2467792" y="3295650"/>
            <a:ext cx="108858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26" name="OTLSHAPE_TB_00000000000000000000000000000000_TodayMarkerText" hidden="1"/>
          <p:cNvSpPr txBox="1"/>
          <p:nvPr>
            <p:custDataLst>
              <p:tags r:id="rId9"/>
            </p:custDataLst>
          </p:nvPr>
        </p:nvSpPr>
        <p:spPr>
          <a:xfrm>
            <a:off x="2522220" y="3422652"/>
            <a:ext cx="254878" cy="12311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sz="80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9427" name="OTLSHAPE_TB_00000000000000000000000000000000_TimescaleInterval1"/>
          <p:cNvSpPr txBox="1"/>
          <p:nvPr>
            <p:custDataLst>
              <p:tags r:id="rId10"/>
            </p:custDataLst>
          </p:nvPr>
        </p:nvSpPr>
        <p:spPr>
          <a:xfrm>
            <a:off x="2588599" y="3012124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 dirty="0">
                <a:solidFill>
                  <a:schemeClr val="lt2"/>
                </a:solidFill>
                <a:latin typeface="Calibri" panose="020F0502020204030204" pitchFamily="34" charset="0"/>
              </a:rPr>
              <a:t>Jan17</a:t>
            </a:r>
          </a:p>
        </p:txBody>
      </p:sp>
      <p:sp>
        <p:nvSpPr>
          <p:cNvPr id="9429" name="OTLSHAPE_TB_00000000000000000000000000000000_TimescaleInterval2"/>
          <p:cNvSpPr txBox="1"/>
          <p:nvPr>
            <p:custDataLst>
              <p:tags r:id="rId11"/>
            </p:custDataLst>
          </p:nvPr>
        </p:nvSpPr>
        <p:spPr>
          <a:xfrm>
            <a:off x="3391937" y="3012124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 dirty="0">
                <a:solidFill>
                  <a:schemeClr val="lt2"/>
                </a:solidFill>
                <a:latin typeface="Calibri" panose="020F0502020204030204" pitchFamily="34" charset="0"/>
              </a:rPr>
              <a:t>Jan24</a:t>
            </a:r>
          </a:p>
        </p:txBody>
      </p:sp>
      <p:sp>
        <p:nvSpPr>
          <p:cNvPr id="9431" name="OTLSHAPE_TB_00000000000000000000000000000000_TimescaleInterval3"/>
          <p:cNvSpPr txBox="1"/>
          <p:nvPr>
            <p:custDataLst>
              <p:tags r:id="rId12"/>
            </p:custDataLst>
          </p:nvPr>
        </p:nvSpPr>
        <p:spPr>
          <a:xfrm>
            <a:off x="4169362" y="3012124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 dirty="0">
                <a:solidFill>
                  <a:schemeClr val="lt2"/>
                </a:solidFill>
                <a:latin typeface="Calibri" panose="020F0502020204030204" pitchFamily="34" charset="0"/>
              </a:rPr>
              <a:t>Jan31</a:t>
            </a:r>
          </a:p>
        </p:txBody>
      </p:sp>
      <p:sp>
        <p:nvSpPr>
          <p:cNvPr id="9433" name="OTLSHAPE_TB_00000000000000000000000000000000_TimescaleInterval4"/>
          <p:cNvSpPr txBox="1"/>
          <p:nvPr>
            <p:custDataLst>
              <p:tags r:id="rId13"/>
            </p:custDataLst>
          </p:nvPr>
        </p:nvSpPr>
        <p:spPr>
          <a:xfrm>
            <a:off x="4972700" y="3012124"/>
            <a:ext cx="172325" cy="5486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endParaRPr lang="en-GB" sz="1200" spc="-20" dirty="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9435" name="OTLSHAPE_TB_00000000000000000000000000000000_TimescaleInterval5"/>
          <p:cNvSpPr txBox="1"/>
          <p:nvPr>
            <p:custDataLst>
              <p:tags r:id="rId14"/>
            </p:custDataLst>
          </p:nvPr>
        </p:nvSpPr>
        <p:spPr>
          <a:xfrm>
            <a:off x="5776037" y="3012124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 dirty="0">
                <a:solidFill>
                  <a:schemeClr val="lt2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9437" name="OTLSHAPE_TB_00000000000000000000000000000000_TimescaleInterval6"/>
          <p:cNvSpPr txBox="1"/>
          <p:nvPr>
            <p:custDataLst>
              <p:tags r:id="rId15"/>
            </p:custDataLst>
          </p:nvPr>
        </p:nvSpPr>
        <p:spPr>
          <a:xfrm>
            <a:off x="6553462" y="3012124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2">
                <a:solidFill>
                  <a:schemeClr val="lt2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9439" name="OTLSHAPE_TB_00000000000000000000000000000000_TimescaleInterval7"/>
          <p:cNvSpPr txBox="1"/>
          <p:nvPr>
            <p:custDataLst>
              <p:tags r:id="rId16"/>
            </p:custDataLst>
          </p:nvPr>
        </p:nvSpPr>
        <p:spPr>
          <a:xfrm>
            <a:off x="7356801" y="3012124"/>
            <a:ext cx="24397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chemeClr val="lt2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9441" name="OTLSHAPE_TB_00000000000000000000000000000000_TimescaleInterval8"/>
          <p:cNvSpPr txBox="1"/>
          <p:nvPr>
            <p:custDataLst>
              <p:tags r:id="rId17"/>
            </p:custDataLst>
          </p:nvPr>
        </p:nvSpPr>
        <p:spPr>
          <a:xfrm>
            <a:off x="8134225" y="3012124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2">
                <a:solidFill>
                  <a:schemeClr val="lt2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9443" name="OTLSHAPE_TB_00000000000000000000000000000000_TimescaleInterval9"/>
          <p:cNvSpPr txBox="1"/>
          <p:nvPr>
            <p:custDataLst>
              <p:tags r:id="rId18"/>
            </p:custDataLst>
          </p:nvPr>
        </p:nvSpPr>
        <p:spPr>
          <a:xfrm>
            <a:off x="8937563" y="3012124"/>
            <a:ext cx="30495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chemeClr val="lt2"/>
                </a:solidFill>
                <a:latin typeface="Calibri" panose="020F0502020204030204" pitchFamily="34" charset="0"/>
              </a:rPr>
              <a:t>2021</a:t>
            </a:r>
          </a:p>
        </p:txBody>
      </p:sp>
      <p:cxnSp>
        <p:nvCxnSpPr>
          <p:cNvPr id="9428" name="OTLSHAPE_TB_00000000000000000000000000000000_Separator1"/>
          <p:cNvCxnSpPr/>
          <p:nvPr>
            <p:custDataLst>
              <p:tags r:id="rId19"/>
            </p:custDataLst>
          </p:nvPr>
        </p:nvCxnSpPr>
        <p:spPr>
          <a:xfrm>
            <a:off x="3328438" y="2952750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0" name="OTLSHAPE_TB_00000000000000000000000000000000_Separator2"/>
          <p:cNvCxnSpPr/>
          <p:nvPr>
            <p:custDataLst>
              <p:tags r:id="rId20"/>
            </p:custDataLst>
          </p:nvPr>
        </p:nvCxnSpPr>
        <p:spPr>
          <a:xfrm>
            <a:off x="4105861" y="2952750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2" name="OTLSHAPE_TB_00000000000000000000000000000000_Separator3"/>
          <p:cNvCxnSpPr/>
          <p:nvPr>
            <p:custDataLst>
              <p:tags r:id="rId21"/>
            </p:custDataLst>
          </p:nvPr>
        </p:nvCxnSpPr>
        <p:spPr>
          <a:xfrm>
            <a:off x="4906506" y="2864923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4" name="OTLSHAPE_TB_00000000000000000000000000000000_Separator4"/>
          <p:cNvCxnSpPr/>
          <p:nvPr>
            <p:custDataLst>
              <p:tags r:id="rId22"/>
            </p:custDataLst>
          </p:nvPr>
        </p:nvCxnSpPr>
        <p:spPr>
          <a:xfrm>
            <a:off x="5750341" y="2914586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6" name="OTLSHAPE_TB_00000000000000000000000000000000_Separator5"/>
          <p:cNvCxnSpPr/>
          <p:nvPr>
            <p:custDataLst>
              <p:tags r:id="rId23"/>
            </p:custDataLst>
          </p:nvPr>
        </p:nvCxnSpPr>
        <p:spPr>
          <a:xfrm>
            <a:off x="6489961" y="2952750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8" name="OTLSHAPE_TB_00000000000000000000000000000000_Separator6"/>
          <p:cNvCxnSpPr/>
          <p:nvPr>
            <p:custDataLst>
              <p:tags r:id="rId24"/>
            </p:custDataLst>
          </p:nvPr>
        </p:nvCxnSpPr>
        <p:spPr>
          <a:xfrm>
            <a:off x="7293299" y="2952750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0" name="OTLSHAPE_TB_00000000000000000000000000000000_Separator7"/>
          <p:cNvCxnSpPr/>
          <p:nvPr>
            <p:custDataLst>
              <p:tags r:id="rId25"/>
            </p:custDataLst>
          </p:nvPr>
        </p:nvCxnSpPr>
        <p:spPr>
          <a:xfrm>
            <a:off x="8070724" y="2952750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2" name="OTLSHAPE_TB_00000000000000000000000000000000_Separator8"/>
          <p:cNvCxnSpPr/>
          <p:nvPr>
            <p:custDataLst>
              <p:tags r:id="rId26"/>
            </p:custDataLst>
          </p:nvPr>
        </p:nvCxnSpPr>
        <p:spPr>
          <a:xfrm>
            <a:off x="8874061" y="2952750"/>
            <a:ext cx="0" cy="3048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69" name="OTLSHAPE_T_7c518fb37f2142bb8e0445920d0403b5_Shape"/>
          <p:cNvSpPr/>
          <p:nvPr>
            <p:custDataLst>
              <p:tags r:id="rId27"/>
            </p:custDataLst>
          </p:nvPr>
        </p:nvSpPr>
        <p:spPr>
          <a:xfrm>
            <a:off x="4727800" y="3498851"/>
            <a:ext cx="215900" cy="203200"/>
          </a:xfrm>
          <a:prstGeom prst="roundRect">
            <a:avLst>
              <a:gd name="adj" fmla="val 100000"/>
            </a:avLst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7" name="OTLSHAPE_T_be3ae38f60b3402d8a13f1e91eec41f5_Shape"/>
          <p:cNvSpPr/>
          <p:nvPr>
            <p:custDataLst>
              <p:tags r:id="rId28"/>
            </p:custDataLst>
          </p:nvPr>
        </p:nvSpPr>
        <p:spPr>
          <a:xfrm>
            <a:off x="5271998" y="3765551"/>
            <a:ext cx="6223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85" name="OTLSHAPE_T_9aa183d65df24b0c8fecd0a002471583_Shape"/>
          <p:cNvSpPr/>
          <p:nvPr>
            <p:custDataLst>
              <p:tags r:id="rId29"/>
            </p:custDataLst>
          </p:nvPr>
        </p:nvSpPr>
        <p:spPr>
          <a:xfrm>
            <a:off x="5271998" y="4032251"/>
            <a:ext cx="889000" cy="203200"/>
          </a:xfrm>
          <a:prstGeom prst="roundRect">
            <a:avLst>
              <a:gd name="adj" fmla="val 100000"/>
            </a:avLst>
          </a:prstGeom>
          <a:solidFill>
            <a:srgbClr val="D2472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93" name="OTLSHAPE_T_06a6a20021ea4acdac20b41f7b37b0dd_Shape"/>
          <p:cNvSpPr/>
          <p:nvPr>
            <p:custDataLst>
              <p:tags r:id="rId30"/>
            </p:custDataLst>
          </p:nvPr>
        </p:nvSpPr>
        <p:spPr>
          <a:xfrm>
            <a:off x="5893936" y="4298951"/>
            <a:ext cx="596900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01" name="OTLSHAPE_T_e6f5c918bdd649a1ac919cf22468a23b_Shape"/>
          <p:cNvSpPr/>
          <p:nvPr>
            <p:custDataLst>
              <p:tags r:id="rId31"/>
            </p:custDataLst>
          </p:nvPr>
        </p:nvSpPr>
        <p:spPr>
          <a:xfrm>
            <a:off x="6567704" y="4565651"/>
            <a:ext cx="914400" cy="203200"/>
          </a:xfrm>
          <a:prstGeom prst="roundRect">
            <a:avLst>
              <a:gd name="adj" fmla="val 100000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0" name="OTLSHAPE_T_7c518fb37f2142bb8e0445920d0403b5_ShapePercentage" hidden="1"/>
          <p:cNvSpPr/>
          <p:nvPr>
            <p:custDataLst>
              <p:tags r:id="rId32"/>
            </p:custDataLst>
          </p:nvPr>
        </p:nvSpPr>
        <p:spPr>
          <a:xfrm>
            <a:off x="4722575" y="34988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8" name="OTLSHAPE_T_be3ae38f60b3402d8a13f1e91eec41f5_ShapePercentage" hidden="1"/>
          <p:cNvSpPr/>
          <p:nvPr>
            <p:custDataLst>
              <p:tags r:id="rId33"/>
            </p:custDataLst>
          </p:nvPr>
        </p:nvSpPr>
        <p:spPr>
          <a:xfrm>
            <a:off x="5266192" y="37655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86" name="OTLSHAPE_T_9aa183d65df24b0c8fecd0a002471583_ShapePercentage" hidden="1"/>
          <p:cNvSpPr/>
          <p:nvPr>
            <p:custDataLst>
              <p:tags r:id="rId34"/>
            </p:custDataLst>
          </p:nvPr>
        </p:nvSpPr>
        <p:spPr>
          <a:xfrm>
            <a:off x="5266192" y="40322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94" name="OTLSHAPE_T_06a6a20021ea4acdac20b41f7b37b0dd_ShapePercentage" hidden="1"/>
          <p:cNvSpPr/>
          <p:nvPr>
            <p:custDataLst>
              <p:tags r:id="rId35"/>
            </p:custDataLst>
          </p:nvPr>
        </p:nvSpPr>
        <p:spPr>
          <a:xfrm>
            <a:off x="5887469" y="42989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02" name="OTLSHAPE_T_e6f5c918bdd649a1ac919cf22468a23b_ShapePercentage" hidden="1"/>
          <p:cNvSpPr/>
          <p:nvPr>
            <p:custDataLst>
              <p:tags r:id="rId36"/>
            </p:custDataLst>
          </p:nvPr>
        </p:nvSpPr>
        <p:spPr>
          <a:xfrm>
            <a:off x="6560518" y="4565650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1" name="OTLSHAPE_T_7c518fb37f2142bb8e0445920d0403b5_Duration" hidden="1"/>
          <p:cNvSpPr txBox="1"/>
          <p:nvPr>
            <p:custDataLst>
              <p:tags r:id="rId37"/>
            </p:custDataLst>
          </p:nvPr>
        </p:nvSpPr>
        <p:spPr>
          <a:xfrm>
            <a:off x="1524001" y="3499421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rgbClr val="C0504D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9472" name="OTLSHAPE_T_7c518fb37f2142bb8e0445920d0403b5_TextPercentage" hidden="1"/>
          <p:cNvSpPr txBox="1"/>
          <p:nvPr>
            <p:custDataLst>
              <p:tags r:id="rId38"/>
            </p:custDataLst>
          </p:nvPr>
        </p:nvSpPr>
        <p:spPr>
          <a:xfrm>
            <a:off x="1524000" y="36538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9473" name="OTLSHAPE_T_7c518fb37f2142bb8e0445920d0403b5_StartDate" hidden="1"/>
          <p:cNvSpPr txBox="1"/>
          <p:nvPr>
            <p:custDataLst>
              <p:tags r:id="rId39"/>
            </p:custDataLst>
          </p:nvPr>
        </p:nvSpPr>
        <p:spPr>
          <a:xfrm>
            <a:off x="1524000" y="36538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74" name="OTLSHAPE_T_7c518fb37f2142bb8e0445920d0403b5_EndDate" hidden="1"/>
          <p:cNvSpPr txBox="1"/>
          <p:nvPr>
            <p:custDataLst>
              <p:tags r:id="rId40"/>
            </p:custDataLst>
          </p:nvPr>
        </p:nvSpPr>
        <p:spPr>
          <a:xfrm>
            <a:off x="1524000" y="36538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75" name="OTLSHAPE_T_7c518fb37f2142bb8e0445920d0403b5_Title"/>
          <p:cNvSpPr txBox="1"/>
          <p:nvPr>
            <p:custDataLst>
              <p:tags r:id="rId41"/>
            </p:custDataLst>
          </p:nvPr>
        </p:nvSpPr>
        <p:spPr>
          <a:xfrm>
            <a:off x="4075909" y="3523508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 b="1" spc="-8" dirty="0">
                <a:solidFill>
                  <a:srgbClr val="0070C0"/>
                </a:solidFill>
                <a:latin typeface="Calibri" panose="020F0502020204030204" pitchFamily="34" charset="0"/>
              </a:rPr>
              <a:t>Task 1 Here</a:t>
            </a:r>
          </a:p>
        </p:txBody>
      </p:sp>
      <p:sp>
        <p:nvSpPr>
          <p:cNvPr id="9476" name="OTLSHAPE_T_7c518fb37f2142bb8e0445920d0403b5_JoinedDate"/>
          <p:cNvSpPr txBox="1"/>
          <p:nvPr>
            <p:custDataLst>
              <p:tags r:id="rId42"/>
            </p:custDataLst>
          </p:nvPr>
        </p:nvSpPr>
        <p:spPr>
          <a:xfrm>
            <a:off x="4985896" y="3523508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7F7F7F"/>
                </a:solidFill>
                <a:latin typeface="Calibri" panose="020F0502020204030204" pitchFamily="34" charset="0"/>
              </a:rPr>
              <a:t>Jul 25 - Aug 1</a:t>
            </a:r>
          </a:p>
        </p:txBody>
      </p:sp>
      <p:sp>
        <p:nvSpPr>
          <p:cNvPr id="9479" name="OTLSHAPE_T_be3ae38f60b3402d8a13f1e91eec41f5_Duration" hidden="1"/>
          <p:cNvSpPr txBox="1"/>
          <p:nvPr>
            <p:custDataLst>
              <p:tags r:id="rId43"/>
            </p:custDataLst>
          </p:nvPr>
        </p:nvSpPr>
        <p:spPr>
          <a:xfrm>
            <a:off x="1524000" y="3766121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rgbClr val="C0504D"/>
                </a:solidFill>
                <a:latin typeface="Calibri" panose="020F0502020204030204" pitchFamily="34" charset="0"/>
              </a:rPr>
              <a:t>17 days</a:t>
            </a:r>
          </a:p>
        </p:txBody>
      </p:sp>
      <p:sp>
        <p:nvSpPr>
          <p:cNvPr id="9480" name="OTLSHAPE_T_be3ae38f60b3402d8a13f1e91eec41f5_TextPercentage" hidden="1"/>
          <p:cNvSpPr txBox="1"/>
          <p:nvPr>
            <p:custDataLst>
              <p:tags r:id="rId44"/>
            </p:custDataLst>
          </p:nvPr>
        </p:nvSpPr>
        <p:spPr>
          <a:xfrm>
            <a:off x="1524000" y="39205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9481" name="OTLSHAPE_T_be3ae38f60b3402d8a13f1e91eec41f5_StartDate" hidden="1"/>
          <p:cNvSpPr txBox="1"/>
          <p:nvPr>
            <p:custDataLst>
              <p:tags r:id="rId45"/>
            </p:custDataLst>
          </p:nvPr>
        </p:nvSpPr>
        <p:spPr>
          <a:xfrm>
            <a:off x="1524000" y="39205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82" name="OTLSHAPE_T_be3ae38f60b3402d8a13f1e91eec41f5_EndDate" hidden="1"/>
          <p:cNvSpPr txBox="1"/>
          <p:nvPr>
            <p:custDataLst>
              <p:tags r:id="rId46"/>
            </p:custDataLst>
          </p:nvPr>
        </p:nvSpPr>
        <p:spPr>
          <a:xfrm>
            <a:off x="1524000" y="39205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83" name="OTLSHAPE_T_be3ae38f60b3402d8a13f1e91eec41f5_Title"/>
          <p:cNvSpPr txBox="1"/>
          <p:nvPr>
            <p:custDataLst>
              <p:tags r:id="rId47"/>
            </p:custDataLst>
          </p:nvPr>
        </p:nvSpPr>
        <p:spPr>
          <a:xfrm>
            <a:off x="4620106" y="3790208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 b="1" spc="-8">
                <a:solidFill>
                  <a:srgbClr val="D24726"/>
                </a:solidFill>
                <a:latin typeface="Calibri" panose="020F0502020204030204" pitchFamily="34" charset="0"/>
              </a:rPr>
              <a:t>Task 2 Here</a:t>
            </a:r>
          </a:p>
        </p:txBody>
      </p:sp>
      <p:sp>
        <p:nvSpPr>
          <p:cNvPr id="9484" name="OTLSHAPE_T_be3ae38f60b3402d8a13f1e91eec41f5_JoinedDate"/>
          <p:cNvSpPr txBox="1"/>
          <p:nvPr>
            <p:custDataLst>
              <p:tags r:id="rId48"/>
            </p:custDataLst>
          </p:nvPr>
        </p:nvSpPr>
        <p:spPr>
          <a:xfrm>
            <a:off x="5944720" y="3790208"/>
            <a:ext cx="736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 dirty="0">
                <a:solidFill>
                  <a:srgbClr val="7F7F7F"/>
                </a:solidFill>
                <a:latin typeface="Calibri" panose="020F0502020204030204" pitchFamily="34" charset="0"/>
              </a:rPr>
              <a:t>Aug 15 - Sep 7</a:t>
            </a:r>
          </a:p>
        </p:txBody>
      </p:sp>
      <p:sp>
        <p:nvSpPr>
          <p:cNvPr id="9487" name="OTLSHAPE_T_9aa183d65df24b0c8fecd0a002471583_Duration" hidden="1"/>
          <p:cNvSpPr txBox="1"/>
          <p:nvPr>
            <p:custDataLst>
              <p:tags r:id="rId49"/>
            </p:custDataLst>
          </p:nvPr>
        </p:nvSpPr>
        <p:spPr>
          <a:xfrm>
            <a:off x="1524000" y="4032821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rgbClr val="C0504D"/>
                </a:solidFill>
                <a:latin typeface="Calibri" panose="020F0502020204030204" pitchFamily="34" charset="0"/>
              </a:rPr>
              <a:t>24 days</a:t>
            </a:r>
          </a:p>
        </p:txBody>
      </p:sp>
      <p:sp>
        <p:nvSpPr>
          <p:cNvPr id="9488" name="OTLSHAPE_T_9aa183d65df24b0c8fecd0a002471583_TextPercentage" hidden="1"/>
          <p:cNvSpPr txBox="1"/>
          <p:nvPr>
            <p:custDataLst>
              <p:tags r:id="rId50"/>
            </p:custDataLst>
          </p:nvPr>
        </p:nvSpPr>
        <p:spPr>
          <a:xfrm>
            <a:off x="1524000" y="41872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9489" name="OTLSHAPE_T_9aa183d65df24b0c8fecd0a002471583_StartDate" hidden="1"/>
          <p:cNvSpPr txBox="1"/>
          <p:nvPr>
            <p:custDataLst>
              <p:tags r:id="rId51"/>
            </p:custDataLst>
          </p:nvPr>
        </p:nvSpPr>
        <p:spPr>
          <a:xfrm>
            <a:off x="1524000" y="41872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90" name="OTLSHAPE_T_9aa183d65df24b0c8fecd0a002471583_EndDate" hidden="1"/>
          <p:cNvSpPr txBox="1"/>
          <p:nvPr>
            <p:custDataLst>
              <p:tags r:id="rId52"/>
            </p:custDataLst>
          </p:nvPr>
        </p:nvSpPr>
        <p:spPr>
          <a:xfrm>
            <a:off x="1524000" y="41872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91" name="OTLSHAPE_T_9aa183d65df24b0c8fecd0a002471583_Title"/>
          <p:cNvSpPr txBox="1"/>
          <p:nvPr>
            <p:custDataLst>
              <p:tags r:id="rId53"/>
            </p:custDataLst>
          </p:nvPr>
        </p:nvSpPr>
        <p:spPr>
          <a:xfrm>
            <a:off x="4620106" y="4056908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 b="1" spc="-8">
                <a:solidFill>
                  <a:srgbClr val="D24726"/>
                </a:solidFill>
                <a:latin typeface="Calibri" panose="020F0502020204030204" pitchFamily="34" charset="0"/>
              </a:rPr>
              <a:t>Task 3 Here</a:t>
            </a:r>
          </a:p>
        </p:txBody>
      </p:sp>
      <p:sp>
        <p:nvSpPr>
          <p:cNvPr id="9492" name="OTLSHAPE_T_9aa183d65df24b0c8fecd0a002471583_JoinedDate"/>
          <p:cNvSpPr txBox="1"/>
          <p:nvPr>
            <p:custDataLst>
              <p:tags r:id="rId54"/>
            </p:custDataLst>
          </p:nvPr>
        </p:nvSpPr>
        <p:spPr>
          <a:xfrm>
            <a:off x="6203860" y="4056908"/>
            <a:ext cx="8001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7F7F7F"/>
                </a:solidFill>
                <a:latin typeface="Calibri" panose="020F0502020204030204" pitchFamily="34" charset="0"/>
              </a:rPr>
              <a:t>Aug 15 - Sep 17</a:t>
            </a:r>
          </a:p>
        </p:txBody>
      </p:sp>
      <p:sp>
        <p:nvSpPr>
          <p:cNvPr id="9495" name="OTLSHAPE_T_06a6a20021ea4acdac20b41f7b37b0dd_Duration" hidden="1"/>
          <p:cNvSpPr txBox="1"/>
          <p:nvPr>
            <p:custDataLst>
              <p:tags r:id="rId55"/>
            </p:custDataLst>
          </p:nvPr>
        </p:nvSpPr>
        <p:spPr>
          <a:xfrm>
            <a:off x="1524000" y="4299521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rgbClr val="C0504D"/>
                </a:solidFill>
                <a:latin typeface="Calibri" panose="020F0502020204030204" pitchFamily="34" charset="0"/>
              </a:rPr>
              <a:t>16 days</a:t>
            </a:r>
          </a:p>
        </p:txBody>
      </p:sp>
      <p:sp>
        <p:nvSpPr>
          <p:cNvPr id="9496" name="OTLSHAPE_T_06a6a20021ea4acdac20b41f7b37b0dd_TextPercentage" hidden="1"/>
          <p:cNvSpPr txBox="1"/>
          <p:nvPr>
            <p:custDataLst>
              <p:tags r:id="rId56"/>
            </p:custDataLst>
          </p:nvPr>
        </p:nvSpPr>
        <p:spPr>
          <a:xfrm>
            <a:off x="1524000" y="44539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9497" name="OTLSHAPE_T_06a6a20021ea4acdac20b41f7b37b0dd_StartDate" hidden="1"/>
          <p:cNvSpPr txBox="1"/>
          <p:nvPr>
            <p:custDataLst>
              <p:tags r:id="rId57"/>
            </p:custDataLst>
          </p:nvPr>
        </p:nvSpPr>
        <p:spPr>
          <a:xfrm>
            <a:off x="1524000" y="44539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98" name="OTLSHAPE_T_06a6a20021ea4acdac20b41f7b37b0dd_EndDate" hidden="1"/>
          <p:cNvSpPr txBox="1"/>
          <p:nvPr>
            <p:custDataLst>
              <p:tags r:id="rId58"/>
            </p:custDataLst>
          </p:nvPr>
        </p:nvSpPr>
        <p:spPr>
          <a:xfrm>
            <a:off x="1524000" y="44539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499" name="OTLSHAPE_T_06a6a20021ea4acdac20b41f7b37b0dd_Title"/>
          <p:cNvSpPr txBox="1"/>
          <p:nvPr>
            <p:custDataLst>
              <p:tags r:id="rId59"/>
            </p:custDataLst>
          </p:nvPr>
        </p:nvSpPr>
        <p:spPr>
          <a:xfrm>
            <a:off x="5242046" y="4323608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 b="1" spc="-8">
                <a:solidFill>
                  <a:srgbClr val="489A61"/>
                </a:solidFill>
                <a:latin typeface="Calibri" panose="020F0502020204030204" pitchFamily="34" charset="0"/>
              </a:rPr>
              <a:t>Task 4 Here</a:t>
            </a:r>
          </a:p>
        </p:txBody>
      </p:sp>
      <p:sp>
        <p:nvSpPr>
          <p:cNvPr id="9500" name="OTLSHAPE_T_06a6a20021ea4acdac20b41f7b37b0dd_JoinedDate"/>
          <p:cNvSpPr txBox="1"/>
          <p:nvPr>
            <p:custDataLst>
              <p:tags r:id="rId60"/>
            </p:custDataLst>
          </p:nvPr>
        </p:nvSpPr>
        <p:spPr>
          <a:xfrm>
            <a:off x="6540743" y="4323608"/>
            <a:ext cx="723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7F7F7F"/>
                </a:solidFill>
                <a:latin typeface="Calibri" panose="020F0502020204030204" pitchFamily="34" charset="0"/>
              </a:rPr>
              <a:t>Sep 8 - Sep 30</a:t>
            </a:r>
          </a:p>
        </p:txBody>
      </p:sp>
      <p:sp>
        <p:nvSpPr>
          <p:cNvPr id="9503" name="OTLSHAPE_T_e6f5c918bdd649a1ac919cf22468a23b_Duration" hidden="1"/>
          <p:cNvSpPr txBox="1"/>
          <p:nvPr>
            <p:custDataLst>
              <p:tags r:id="rId61"/>
            </p:custDataLst>
          </p:nvPr>
        </p:nvSpPr>
        <p:spPr>
          <a:xfrm>
            <a:off x="1524000" y="4566221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rgbClr val="C0504D"/>
                </a:solidFill>
                <a:latin typeface="Calibri" panose="020F0502020204030204" pitchFamily="34" charset="0"/>
              </a:rPr>
              <a:t>25 days</a:t>
            </a:r>
          </a:p>
        </p:txBody>
      </p:sp>
      <p:sp>
        <p:nvSpPr>
          <p:cNvPr id="9504" name="OTLSHAPE_T_e6f5c918bdd649a1ac919cf22468a23b_TextPercentage" hidden="1"/>
          <p:cNvSpPr txBox="1"/>
          <p:nvPr>
            <p:custDataLst>
              <p:tags r:id="rId62"/>
            </p:custDataLst>
          </p:nvPr>
        </p:nvSpPr>
        <p:spPr>
          <a:xfrm>
            <a:off x="1524000" y="47206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9505" name="OTLSHAPE_T_e6f5c918bdd649a1ac919cf22468a23b_StartDate" hidden="1"/>
          <p:cNvSpPr txBox="1"/>
          <p:nvPr>
            <p:custDataLst>
              <p:tags r:id="rId63"/>
            </p:custDataLst>
          </p:nvPr>
        </p:nvSpPr>
        <p:spPr>
          <a:xfrm>
            <a:off x="1524000" y="47206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506" name="OTLSHAPE_T_e6f5c918bdd649a1ac919cf22468a23b_EndDate" hidden="1"/>
          <p:cNvSpPr txBox="1"/>
          <p:nvPr>
            <p:custDataLst>
              <p:tags r:id="rId64"/>
            </p:custDataLst>
          </p:nvPr>
        </p:nvSpPr>
        <p:spPr>
          <a:xfrm>
            <a:off x="1524000" y="47206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9507" name="OTLSHAPE_T_e6f5c918bdd649a1ac919cf22468a23b_Title"/>
          <p:cNvSpPr txBox="1"/>
          <p:nvPr>
            <p:custDataLst>
              <p:tags r:id="rId65"/>
            </p:custDataLst>
          </p:nvPr>
        </p:nvSpPr>
        <p:spPr>
          <a:xfrm>
            <a:off x="5915813" y="4590308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 b="1" spc="-8">
                <a:solidFill>
                  <a:srgbClr val="489A61"/>
                </a:solidFill>
                <a:latin typeface="Calibri" panose="020F0502020204030204" pitchFamily="34" charset="0"/>
              </a:rPr>
              <a:t>Task 5 Here</a:t>
            </a:r>
          </a:p>
        </p:txBody>
      </p:sp>
      <p:sp>
        <p:nvSpPr>
          <p:cNvPr id="9508" name="OTLSHAPE_T_e6f5c918bdd649a1ac919cf22468a23b_JoinedDate"/>
          <p:cNvSpPr txBox="1"/>
          <p:nvPr>
            <p:custDataLst>
              <p:tags r:id="rId66"/>
            </p:custDataLst>
          </p:nvPr>
        </p:nvSpPr>
        <p:spPr>
          <a:xfrm>
            <a:off x="7525482" y="4590308"/>
            <a:ext cx="6731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rgbClr val="7F7F7F"/>
                </a:solidFill>
                <a:latin typeface="Calibri" panose="020F0502020204030204" pitchFamily="34" charset="0"/>
              </a:rPr>
              <a:t>Oct 4 - Nov 7</a:t>
            </a:r>
          </a:p>
        </p:txBody>
      </p:sp>
      <p:sp>
        <p:nvSpPr>
          <p:cNvPr id="9456" name="OTLSHAPE_M_a54bc827b05146d18b559f618723e2b4_Shape"/>
          <p:cNvSpPr/>
          <p:nvPr>
            <p:custDataLst>
              <p:tags r:id="rId67"/>
            </p:custDataLst>
          </p:nvPr>
        </p:nvSpPr>
        <p:spPr>
          <a:xfrm>
            <a:off x="6176912" y="2737024"/>
            <a:ext cx="228600" cy="254000"/>
          </a:xfrm>
          <a:prstGeom prst="teardrop">
            <a:avLst/>
          </a:prstGeom>
          <a:solidFill>
            <a:srgbClr val="087FC3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59" name="OTLSHAPE_M_93afb554552a4221a5380f7919409aa7_Shape"/>
          <p:cNvSpPr/>
          <p:nvPr>
            <p:custDataLst>
              <p:tags r:id="rId68"/>
            </p:custDataLst>
          </p:nvPr>
        </p:nvSpPr>
        <p:spPr>
          <a:xfrm>
            <a:off x="4352879" y="2751256"/>
            <a:ext cx="228600" cy="254000"/>
          </a:xfrm>
          <a:prstGeom prst="teardrop">
            <a:avLst/>
          </a:prstGeom>
          <a:solidFill>
            <a:srgbClr val="DC592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62" name="OTLSHAPE_M_6a283b367375415b92b0e5fc4e16a0cc_Shape"/>
          <p:cNvSpPr/>
          <p:nvPr>
            <p:custDataLst>
              <p:tags r:id="rId69"/>
            </p:custDataLst>
          </p:nvPr>
        </p:nvSpPr>
        <p:spPr>
          <a:xfrm>
            <a:off x="7360381" y="2724151"/>
            <a:ext cx="228600" cy="254000"/>
          </a:xfrm>
          <a:prstGeom prst="star8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65" name="OTLSHAPE_M_7b0996464ffd4cd3a3b383ab1ba22438_Shape"/>
          <p:cNvSpPr/>
          <p:nvPr>
            <p:custDataLst>
              <p:tags r:id="rId70"/>
            </p:custDataLst>
          </p:nvPr>
        </p:nvSpPr>
        <p:spPr>
          <a:xfrm>
            <a:off x="8474689" y="2724151"/>
            <a:ext cx="228600" cy="254000"/>
          </a:xfrm>
          <a:prstGeom prst="teardrop">
            <a:avLst/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68" name="OTLSHAPE_M_7f583de0854a4cacb89837f3a379bb4a_Shape"/>
          <p:cNvSpPr/>
          <p:nvPr>
            <p:custDataLst>
              <p:tags r:id="rId71"/>
            </p:custDataLst>
          </p:nvPr>
        </p:nvSpPr>
        <p:spPr>
          <a:xfrm>
            <a:off x="9499068" y="2647951"/>
            <a:ext cx="304800" cy="3302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62B57B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560CD3-DA7A-498A-9ED5-5F91477856DC}"/>
              </a:ext>
            </a:extLst>
          </p:cNvPr>
          <p:cNvGrpSpPr/>
          <p:nvPr/>
        </p:nvGrpSpPr>
        <p:grpSpPr>
          <a:xfrm>
            <a:off x="4454755" y="1722851"/>
            <a:ext cx="819150" cy="1138796"/>
            <a:chOff x="1817477" y="1479879"/>
            <a:chExt cx="682625" cy="948997"/>
          </a:xfrm>
        </p:grpSpPr>
        <p:cxnSp>
          <p:nvCxnSpPr>
            <p:cNvPr id="9444" name="OTLSHAPE_M_a58f29487c0343c08abcf41913e40cae_Connector1"/>
            <p:cNvCxnSpPr/>
            <p:nvPr>
              <p:custDataLst>
                <p:tags r:id="rId87"/>
              </p:custDataLst>
            </p:nvPr>
          </p:nvCxnSpPr>
          <p:spPr>
            <a:xfrm>
              <a:off x="1817477" y="1539800"/>
              <a:ext cx="0" cy="889076"/>
            </a:xfrm>
            <a:prstGeom prst="line">
              <a:avLst/>
            </a:prstGeom>
            <a:ln w="9525" cap="flat" cmpd="sng" algn="ctr">
              <a:solidFill>
                <a:srgbClr val="0072B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50" name="OTLSHAPE_M_a58f29487c0343c08abcf41913e40cae_Shape"/>
            <p:cNvSpPr/>
            <p:nvPr>
              <p:custDataLst>
                <p:tags r:id="rId88"/>
              </p:custDataLst>
            </p:nvPr>
          </p:nvSpPr>
          <p:spPr>
            <a:xfrm rot="16200000">
              <a:off x="1838644" y="1539799"/>
              <a:ext cx="137583" cy="137583"/>
            </a:xfrm>
            <a:prstGeom prst="flowChartMerge">
              <a:avLst/>
            </a:prstGeom>
            <a:solidFill>
              <a:srgbClr val="087FC3"/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h="12700"/>
            </a:sp3d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48" name="OTLSHAPE_M_a58f29487c0343c08abcf41913e40cae_Title"/>
            <p:cNvSpPr txBox="1"/>
            <p:nvPr>
              <p:custDataLst>
                <p:tags r:id="rId89"/>
              </p:custDataLst>
            </p:nvPr>
          </p:nvSpPr>
          <p:spPr>
            <a:xfrm>
              <a:off x="1970935" y="1479879"/>
              <a:ext cx="529167" cy="1282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r>
                <a:rPr lang="en-GB" sz="1000" b="1" spc="-6" dirty="0">
                  <a:solidFill>
                    <a:srgbClr val="3B5998"/>
                  </a:solidFill>
                  <a:latin typeface="Calibri" panose="020F0502020204030204" pitchFamily="34" charset="0"/>
                </a:rPr>
                <a:t>DNS 1</a:t>
              </a:r>
            </a:p>
          </p:txBody>
        </p:sp>
      </p:grpSp>
      <p:sp>
        <p:nvSpPr>
          <p:cNvPr id="9449" name="OTLSHAPE_M_a58f29487c0343c08abcf41913e40cae_Date"/>
          <p:cNvSpPr txBox="1"/>
          <p:nvPr>
            <p:custDataLst>
              <p:tags r:id="rId72"/>
            </p:custDataLst>
          </p:nvPr>
        </p:nvSpPr>
        <p:spPr>
          <a:xfrm>
            <a:off x="4592196" y="1951819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8" dirty="0">
                <a:solidFill>
                  <a:srgbClr val="7F7F7F"/>
                </a:solidFill>
                <a:latin typeface="Calibri" panose="020F0502020204030204" pitchFamily="34" charset="0"/>
              </a:rPr>
              <a:t>Jan 31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26D5C0-4421-44D6-B1F3-A79119BA105C}"/>
              </a:ext>
            </a:extLst>
          </p:cNvPr>
          <p:cNvGrpSpPr/>
          <p:nvPr/>
        </p:nvGrpSpPr>
        <p:grpSpPr>
          <a:xfrm>
            <a:off x="6348247" y="2028041"/>
            <a:ext cx="722630" cy="677233"/>
            <a:chOff x="1925453" y="1864514"/>
            <a:chExt cx="602192" cy="564361"/>
          </a:xfrm>
        </p:grpSpPr>
        <p:cxnSp>
          <p:nvCxnSpPr>
            <p:cNvPr id="9445" name="OTLSHAPE_M_52743de8bb6d4044896f473898fe9da7_Connector1"/>
            <p:cNvCxnSpPr/>
            <p:nvPr>
              <p:custDataLst>
                <p:tags r:id="rId83"/>
              </p:custDataLst>
            </p:nvPr>
          </p:nvCxnSpPr>
          <p:spPr>
            <a:xfrm>
              <a:off x="1925453" y="1924435"/>
              <a:ext cx="0" cy="504440"/>
            </a:xfrm>
            <a:prstGeom prst="line">
              <a:avLst/>
            </a:prstGeom>
            <a:ln w="9525" cap="flat" cmpd="sng" algn="ctr">
              <a:solidFill>
                <a:srgbClr val="087FC3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53" name="OTLSHAPE_M_52743de8bb6d4044896f473898fe9da7_Shape"/>
            <p:cNvSpPr/>
            <p:nvPr>
              <p:custDataLst>
                <p:tags r:id="rId84"/>
              </p:custDataLst>
            </p:nvPr>
          </p:nvSpPr>
          <p:spPr>
            <a:xfrm rot="16200000">
              <a:off x="1946619" y="1924435"/>
              <a:ext cx="137583" cy="137583"/>
            </a:xfrm>
            <a:prstGeom prst="flowChartMerge">
              <a:avLst/>
            </a:prstGeom>
            <a:solidFill>
              <a:srgbClr val="087FC3"/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h="12700"/>
            </a:sp3d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>
                      <a:scrgbClr r="0" g="0" b="0">
                        <a:alpha val="50000"/>
                      </a:scrgbClr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51" name="OTLSHAPE_M_52743de8bb6d4044896f473898fe9da7_Title"/>
            <p:cNvSpPr txBox="1"/>
            <p:nvPr>
              <p:custDataLst>
                <p:tags r:id="rId85"/>
              </p:custDataLst>
            </p:nvPr>
          </p:nvSpPr>
          <p:spPr>
            <a:xfrm>
              <a:off x="1998478" y="1864514"/>
              <a:ext cx="529167" cy="1282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r>
                <a:rPr lang="en-GB" sz="1000" b="1" spc="-6" dirty="0">
                  <a:solidFill>
                    <a:srgbClr val="3B5998"/>
                  </a:solidFill>
                  <a:latin typeface="Calibri" panose="020F0502020204030204" pitchFamily="34" charset="0"/>
                </a:rPr>
                <a:t>DNS 2</a:t>
              </a:r>
            </a:p>
          </p:txBody>
        </p:sp>
        <p:sp>
          <p:nvSpPr>
            <p:cNvPr id="9452" name="OTLSHAPE_M_52743de8bb6d4044896f473898fe9da7_Date"/>
            <p:cNvSpPr txBox="1"/>
            <p:nvPr>
              <p:custDataLst>
                <p:tags r:id="rId86"/>
              </p:custDataLst>
            </p:nvPr>
          </p:nvSpPr>
          <p:spPr>
            <a:xfrm>
              <a:off x="2069104" y="1968367"/>
              <a:ext cx="328083" cy="1282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r>
                <a:rPr lang="en-GB" sz="1000" spc="-8" dirty="0">
                  <a:solidFill>
                    <a:srgbClr val="7F7F7F"/>
                  </a:solidFill>
                  <a:latin typeface="Calibri" panose="020F0502020204030204" pitchFamily="34" charset="0"/>
                </a:rPr>
                <a:t>May 15</a:t>
              </a:r>
            </a:p>
          </p:txBody>
        </p:sp>
      </p:grpSp>
      <p:sp>
        <p:nvSpPr>
          <p:cNvPr id="9454" name="OTLSHAPE_M_a54bc827b05146d18b559f618723e2b4_Title"/>
          <p:cNvSpPr txBox="1"/>
          <p:nvPr>
            <p:custDataLst>
              <p:tags r:id="rId73"/>
            </p:custDataLst>
          </p:nvPr>
        </p:nvSpPr>
        <p:spPr>
          <a:xfrm>
            <a:off x="7544530" y="1537586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b="1" spc="-6" dirty="0">
                <a:solidFill>
                  <a:srgbClr val="3B5998"/>
                </a:solidFill>
                <a:latin typeface="Calibri" panose="020F0502020204030204" pitchFamily="34" charset="0"/>
              </a:rPr>
              <a:t>Milestone 3</a:t>
            </a:r>
          </a:p>
        </p:txBody>
      </p:sp>
      <p:sp>
        <p:nvSpPr>
          <p:cNvPr id="9455" name="OTLSHAPE_M_a54bc827b05146d18b559f618723e2b4_Date"/>
          <p:cNvSpPr txBox="1"/>
          <p:nvPr>
            <p:custDataLst>
              <p:tags r:id="rId74"/>
            </p:custDataLst>
          </p:nvPr>
        </p:nvSpPr>
        <p:spPr>
          <a:xfrm>
            <a:off x="7567771" y="2483929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 dirty="0">
                <a:solidFill>
                  <a:srgbClr val="7F7F7F"/>
                </a:solidFill>
                <a:latin typeface="Calibri" panose="020F0502020204030204" pitchFamily="34" charset="0"/>
              </a:rPr>
              <a:t>Jul 21</a:t>
            </a:r>
          </a:p>
        </p:txBody>
      </p:sp>
      <p:sp>
        <p:nvSpPr>
          <p:cNvPr id="9457" name="OTLSHAPE_M_93afb554552a4221a5380f7919409aa7_Title"/>
          <p:cNvSpPr txBox="1"/>
          <p:nvPr>
            <p:custDataLst>
              <p:tags r:id="rId75"/>
            </p:custDataLst>
          </p:nvPr>
        </p:nvSpPr>
        <p:spPr>
          <a:xfrm>
            <a:off x="8899778" y="1842408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b="1" spc="-6" dirty="0">
                <a:solidFill>
                  <a:srgbClr val="D24726"/>
                </a:solidFill>
                <a:latin typeface="Calibri" panose="020F0502020204030204" pitchFamily="34" charset="0"/>
              </a:rPr>
              <a:t>Milestone 4</a:t>
            </a:r>
          </a:p>
        </p:txBody>
      </p:sp>
      <p:sp>
        <p:nvSpPr>
          <p:cNvPr id="9458" name="OTLSHAPE_M_93afb554552a4221a5380f7919409aa7_Date"/>
          <p:cNvSpPr txBox="1"/>
          <p:nvPr>
            <p:custDataLst>
              <p:tags r:id="rId76"/>
            </p:custDataLst>
          </p:nvPr>
        </p:nvSpPr>
        <p:spPr>
          <a:xfrm>
            <a:off x="9534778" y="2001626"/>
            <a:ext cx="368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>
                <a:solidFill>
                  <a:srgbClr val="7F7F7F"/>
                </a:solidFill>
                <a:latin typeface="Calibri" panose="020F0502020204030204" pitchFamily="34" charset="0"/>
              </a:rPr>
              <a:t>Aug 12</a:t>
            </a:r>
          </a:p>
        </p:txBody>
      </p:sp>
      <p:sp>
        <p:nvSpPr>
          <p:cNvPr id="9460" name="OTLSHAPE_M_6a283b367375415b92b0e5fc4e16a0cc_Title"/>
          <p:cNvSpPr txBox="1"/>
          <p:nvPr>
            <p:custDataLst>
              <p:tags r:id="rId77"/>
            </p:custDataLst>
          </p:nvPr>
        </p:nvSpPr>
        <p:spPr>
          <a:xfrm>
            <a:off x="7163277" y="2285135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b="1" spc="-6" dirty="0">
                <a:solidFill>
                  <a:srgbClr val="FF9900"/>
                </a:solidFill>
                <a:latin typeface="Calibri" panose="020F0502020204030204" pitchFamily="34" charset="0"/>
              </a:rPr>
              <a:t>Milestone 5</a:t>
            </a:r>
          </a:p>
        </p:txBody>
      </p:sp>
      <p:sp>
        <p:nvSpPr>
          <p:cNvPr id="9461" name="OTLSHAPE_M_6a283b367375415b92b0e5fc4e16a0cc_Date" hidden="1"/>
          <p:cNvSpPr txBox="1"/>
          <p:nvPr>
            <p:custDataLst>
              <p:tags r:id="rId78"/>
            </p:custDataLst>
          </p:nvPr>
        </p:nvSpPr>
        <p:spPr>
          <a:xfrm>
            <a:off x="7466530" y="2501147"/>
            <a:ext cx="0" cy="4924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800">
                <a:solidFill>
                  <a:srgbClr val="D1282E"/>
                </a:solidFill>
                <a:latin typeface="Calibri" panose="020F0502020204030204" pitchFamily="34" charset="0"/>
              </a:rPr>
              <a:t>Nov 7</a:t>
            </a:r>
          </a:p>
        </p:txBody>
      </p:sp>
      <p:sp>
        <p:nvSpPr>
          <p:cNvPr id="9463" name="OTLSHAPE_M_7b0996464ffd4cd3a3b383ab1ba22438_Title"/>
          <p:cNvSpPr txBox="1"/>
          <p:nvPr>
            <p:custDataLst>
              <p:tags r:id="rId79"/>
            </p:custDataLst>
          </p:nvPr>
        </p:nvSpPr>
        <p:spPr>
          <a:xfrm>
            <a:off x="8277585" y="2576209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b="1" spc="-6">
                <a:solidFill>
                  <a:srgbClr val="489A61"/>
                </a:solidFill>
                <a:latin typeface="Calibri" panose="020F0502020204030204" pitchFamily="34" charset="0"/>
              </a:rPr>
              <a:t>Milestone 6</a:t>
            </a:r>
          </a:p>
        </p:txBody>
      </p:sp>
      <p:sp>
        <p:nvSpPr>
          <p:cNvPr id="9464" name="OTLSHAPE_M_7b0996464ffd4cd3a3b383ab1ba22438_Date" hidden="1"/>
          <p:cNvSpPr txBox="1"/>
          <p:nvPr>
            <p:custDataLst>
              <p:tags r:id="rId80"/>
            </p:custDataLst>
          </p:nvPr>
        </p:nvSpPr>
        <p:spPr>
          <a:xfrm>
            <a:off x="8579650" y="2792221"/>
            <a:ext cx="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800">
                <a:solidFill>
                  <a:srgbClr val="D1282E"/>
                </a:solidFill>
                <a:latin typeface="Calibri" panose="020F0502020204030204" pitchFamily="34" charset="0"/>
              </a:rPr>
              <a:t>Dec 20</a:t>
            </a:r>
          </a:p>
        </p:txBody>
      </p:sp>
      <p:sp>
        <p:nvSpPr>
          <p:cNvPr id="9466" name="OTLSHAPE_M_7f583de0854a4cacb89837f3a379bb4a_Title"/>
          <p:cNvSpPr txBox="1"/>
          <p:nvPr>
            <p:custDataLst>
              <p:tags r:id="rId81"/>
            </p:custDataLst>
          </p:nvPr>
        </p:nvSpPr>
        <p:spPr>
          <a:xfrm>
            <a:off x="9340065" y="2349395"/>
            <a:ext cx="63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b="1" spc="-6">
                <a:solidFill>
                  <a:srgbClr val="489A61"/>
                </a:solidFill>
                <a:latin typeface="Calibri" panose="020F0502020204030204" pitchFamily="34" charset="0"/>
              </a:rPr>
              <a:t>Milestone 7</a:t>
            </a:r>
          </a:p>
        </p:txBody>
      </p:sp>
      <p:sp>
        <p:nvSpPr>
          <p:cNvPr id="9467" name="OTLSHAPE_M_7f583de0854a4cacb89837f3a379bb4a_Date"/>
          <p:cNvSpPr txBox="1"/>
          <p:nvPr>
            <p:custDataLst>
              <p:tags r:id="rId82"/>
            </p:custDataLst>
          </p:nvPr>
        </p:nvSpPr>
        <p:spPr>
          <a:xfrm>
            <a:off x="9488697" y="2504419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>
                <a:solidFill>
                  <a:srgbClr val="7F7F7F"/>
                </a:solidFill>
                <a:latin typeface="Calibri" panose="020F0502020204030204" pitchFamily="34" charset="0"/>
              </a:rPr>
              <a:t>Jan 30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125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iJSb2FkbWFwIiwiVmVyc2lvbiI6eyIkaWQiOiIyIiwiVmVyc2lvbiI6IjMuMi4wIiwiT3JpZ2luYWxBc3NlbWJseVZlcnNpb24iOiIxLjAwLjAwLjAwIiwiRWRpdGlvbiI6IlBybyIsIklzUGx1c0VkaXRpb24iOnRydWUsIklzUHJvRWRpdGlvbiI6dHJ1ZX0sIkVmZmVjdCI6MSwiU3R5bGUiOnsiJGlkIjoiMyIsIlRpbWViYW5kU3R5bGUiOnsiJGlkIjoiNCIsIlNjYWxlTWFya2luZyI6MCwiU2hhcGUiOjEzLCJTaGFwZVN0eWxlIjp7IiRpZCI6IjUiLCJNYXJnaW4iOnsiJGlkIjoiNiIsIlRvcCI6MCwiTGVmdCI6MTAsIlJpZ2h0IjoxMCwiQm90dG9tIjowfSwiUGFkZGluZyI6eyIkaWQiOiI3IiwiVG9wIjozLCJMZWZ0IjoxMywiUmlnaHQiOjEzLCJCb3R0b20iOjN9LCJCYWNrZ3JvdW5kIjp7IiRpZCI6IjgiLCJDb2xvciI6eyIkaWQiOiI5IiwiQSI6MjU1LCJSIjo2OCwiRyI6ODQsIkIiOjEwNn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b3JiZWwiLCJJc0JvbGQiOmZhbHNlLCJJc0l0YWxpYyI6ZmFsc2UsIklzVW5kZXJsaW5lZCI6ZmFsc2UsIlBhcmVudFN0eWxlIjpudWxsfSwiQXV0b1NpemUiOjAsIkZvcmVncm91bmQiOnsiJGlkIjoiMTUiLCJDb2xvciI6eyIkaWQiOiIxNiIsIkEiOjI1NSwiUiI6MTkyLCJHIjo4MCwiQiI6Nzd9fSwiTWF4V2lkdGgiOiJJbmZpbml0eSIsIk1heEhlaWdodCI6IkluZmluaXR5IiwiU21hcnRGb3JlZ3JvdW5kSXNBY3RpdmUiOmZhbHNlLCJIb3Jpem9udGFsQWxpZ25tZW50IjowLCJWZXJ0aWNhbEFsaWdubWVudCI6MCwiU21hcnRGb3JlZ3JvdW5kIjpudWxsLCJCYWNrZ3JvdW5kRmlsbFR5cGUiOjAsIk1hcmdpbiI6eyIkaWQiOiIxNyIsIlRvcCI6MCwiTGVmdCI6MCwiUmlnaHQiOjIwLCJCb3R0b20iOjB9LCJQYWRkaW5nIjp7IiRpZCI6IjE4IiwiVG9wIjowLCJMZWZ0IjowLCJSaWdodCI6MCwiQm90dG9tIjowfSwiQmFja2dyb3VuZCI6eyIkaWQiOiIxOSIsIkNvbG9yIjp7IiRpZCI6IjIwIiwiQSI6MjU1LCJSIjoyNTUsIkciOjI1NSwiQiI6MjU1fX0sIklzVmlzaWJsZSI6dHJ1ZSwiV2lkdGgiOjAuMCwiSGVpZ2h0IjowLjAsIkJvcmRlclN0eWxlIjpudWxsLCJQYXJlbnRTdHlsZSI6bnVsbH0sIkxlZnRFbmRDYXBzU3R5bGUiOnsiJGlkIjoiMjEiLCJGb250U2V0dGluZ3MiOnsiJGlkIjoiMjIiLCJGb250U2l6ZSI6MTgsIkZvbnROYW1lIjoiQ29yYmVsIiwiSXNCb2xkIjpmYWxzZSwiSXNJdGFsaWMiOmZhbHNlLCJJc1VuZGVybGluZWQiOmZhbHNlLCJQYXJlbnRTdHlsZSI6bnVsbH0sIkF1dG9TaXplIjowLCJGb3JlZ3JvdW5kIjp7IiRpZCI6IjIzIiwiQ29sb3IiOnsiJGlkIjoiMjQiLCJBIjoyNTUsIlIiOjE5MiwiRyI6ODAsIkIiOjc3fX0sIk1heFdpZHRoIjoiSW5maW5pdHkiLCJNYXhIZWlnaHQiOiJJbmZpbml0eSIsIlNtYXJ0Rm9yZWdyb3VuZElzQWN0aXZlIjpmYWxzZSwiSG9yaXpvbnRhbEFsaWdubWVudCI6MCwiVmVydGljYWxBbGlnbm1lbnQiOjAsIlNtYXJ0Rm9yZWdyb3VuZCI6bnVsbCwiQmFja2dyb3VuZEZpbGxUeXBlIjowLCJNYXJnaW4iOnsiJGlkIjoiMjUiLCJUb3AiOjAsIkxlZnQiOjIwLCJSaWdodCI6MCwiQm90dG9tIjowfSwiUGFkZGluZyI6eyIkaWQiOiIyNiIsIlRvcCI6MCwiTGVmdCI6MCwiUmlnaHQiOjAsIkJvdHRvbSI6MH0sIkJhY2tncm91bmQiOnsiJGlkIjoiMjciLCJDb2xvciI6eyIkaWQiOiIyOCIsIkEiOjI1NSwiUiI6MjU1LCJHIjoyNTUsIkIiOjI1NX19LCJJc1Zpc2libGUiOnRydWUsIldpZHRoIjowLjAsIkhlaWdodCI6MC4wLCJCb3JkZXJTdHlsZSI6bnVsbCwiUGFyZW50U3R5bGUiOm51bGx9LCJUb2RheVRleHRTdHlsZSI6eyIkaWQiOiIyOSIsIkZvbnRTZXR0aW5ncyI6eyIkaWQiOiIzMCIsIkZvbnRTaXplIjo4LCJGb250TmFtZSI6IkNhbGlicmkiLCJJc0JvbGQiOmZhbHNlLCJJc0l0YWxpYyI6ZmFsc2UsIklzVW5kZXJsaW5lZCI6ZmFsc2UsIlBhcmVudFN0eWxlIjpudWxsfSwiQXV0b1NpemUiOjAsIkZvcmVncm91bmQiOnsiJGlkIjoiMzEiLCJDb2xvciI6eyIkaWQiOiIz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yIsIlRvcCI6MCwiTGVmdCI6MCwiUmlnaHQiOjAsIkJvdHRvbSI6MH0sIlBhZGRpbmciOnsiJGlkIjoiMzQiLCJUb3AiOjAsIkxlZnQiOjAsIlJpZ2h0IjowLCJCb3R0b20iOjB9LCJCYWNrZ3JvdW5kIjp7IiRpZCI6IjM1IiwiQ29sb3IiOnsiJGlkIjoiMzYiLCJBIjo4OSwiUiI6MCwiRyI6MCwiQiI6MH19LCJJc1Zpc2libGUiOmZhbHNlLCJXaWR0aCI6MC4wLCJIZWlnaHQiOjAuMCwiQm9yZGVyU3R5bGUiOm51bGwsIlBhcmVudFN0eWxlIjpudWxsfSwiVG9kYXlNYXJrZXJTdHlsZSI6eyIkaWQiOiIzNyIsIk1hcmdpbiI6eyIkaWQiOiIzOCIsIlRvcCI6MCwiTGVmdCI6MCwiUmlnaHQiOjAsIkJvdHRvbSI6MH0sIlBhZGRpbmciOnsiJGlkIjoiMzkiLCJUb3AiOjAsIkxlZnQiOjAsIlJpZ2h0IjowLCJCb3R0b20iOjB9LCJCYWNrZ3JvdW5kIjp7IiRpZCI6IjQwIiwiQ29sb3IiOnsiJGlkIjoiNDEiLCJBIjoyNTUsIlIiOjI1NSwiRyI6MCwiQiI6MH19LCJJc1Zpc2libGUiOnRydWUsIldpZHRoIjowLjAsIkhlaWdodCI6MC4wLCJCb3JkZXJTdHlsZSI6bnVsbCwiUGFyZW50U3R5bGUiOm51bGx9LCJTY2FsZVN0eWxlIjp7IiRpZCI6IjQyIiwiU2hvd1NlZ21lbnRTZXBhcmF0b3JzIjp0cnVlLCJTZWdtZW50U2VwYXJhdG9yT3BhY2l0eSI6MzAsIkZvbnRTZXR0aW5ncyI6eyIkaWQiOiI0MyIsIkZvbnRTaXplIjoxMiwiRm9udE5hbWUiOiJDYWxpYnJpIiwiSXNCb2xkIjpmYWxzZSwiSXNJdGFsaWMiOmZhbHNlLCJJc1VuZGVybGluZWQiOmZhbHNlLCJQYXJlbnRTdHlsZSI6bnVsbH0sIkF1dG9TaXplIjowLCJGb3JlZ3JvdW5kIjp7IiRpZCI6IjQ0IiwiQ29sb3IiOnsiJGlkIjoiNDUiLCJBIjoyNTUsIlIiOjIzMSwiRyI6MjMwLCJCIjoyMzB9fSwiTWF4V2lkdGgiOjIwMC4wLCJNYXhIZWlnaHQiOiJJbmZpbml0eSIsIlNtYXJ0Rm9yZWdyb3VuZElzQWN0aXZlIjpmYWxzZSwiSG9yaXpvbnRhbEFsaWdubWVudCI6MCwiVmVydGljYWxBbGlnbm1lbnQiOjEsIlNtYXJ0Rm9yZWdyb3VuZCI6bnVsbCwiQmFja2dyb3VuZEZpbGxUeXBlIjowLCJNYXJnaW4iOnsiJGlkIjoiNDYiLCJUb3AiOjAsIkxlZnQiOjUsIlJpZ2h0IjowLCJCb3R0b20iOjB9LCJQYWRkaW5nIjp7IiRpZCI6IjQ3IiwiVG9wIjowLCJMZWZ0IjowLCJSaWdodCI6MCwiQm90dG9tIjowfSwiQmFja2dyb3VuZCI6eyIkaWQiOiI0OCIsIkNvbG9yIjp7IiRyZWYiOiIzNiJ9fSwiSXNWaXNpYmxlIjp0cnVlLCJXaWR0aCI6MC4wLCJIZWlnaHQiOjAuMCwiQm9yZGVyU3R5bGUiOm51bGwsIlBhcmVudFN0eWxlIjpudWxsfSwiRWxhcHNlZFRpbWVCYWNrZ3JvdW5kIjp7IiRpZCI6IjQ5IiwiQ29sb3IiOnsiJGlkIjoiNTAiLCJBIjo3NywiUiI6MCwiRyI6MCwiQiI6MH19LCJBcHBlbmRZZWFyT25ZZWFyQ2hhbmdlIjp0cnVlLCJFbGFwc2VkVGltZUZvcm1hdCI6MSwiVG9kYXlNYXJrZXJQb3NpdGlvbiI6MCwiUXVpY2tQb3NpdGlvbiI6MywiQWJzb2x1dGVQb3NpdGlvbiI6MjI5LjUsIk1hcmdpbiI6eyIkaWQiOiI1MSIsIlRvcCI6MCwiTGVmdCI6MTAsIlJpZ2h0IjoxMCwiQm90dG9tIjowfSwiUGFkZGluZyI6eyIkaWQiOiI1MiIsIlRvcCI6MCwiTGVmdCI6MCwiUmlnaHQiOjAsIkJvdHRvbSI6MH0sIkJhY2tncm91bmQiOnsiJGlkIjoiNTMiLCJDb2xvciI6eyIkaWQiOiI1NCIsIkEiOjI1NSwiUiI6NjgsIkciOjg0LCJCIjoxMDZ9fSwiSXNWaXNpYmxlIjp0cnVlLCJXaWR0aCI6MC4wLCJIZWlnaHQiOjAuMCwiQm9yZGVyU3R5bGUiOm51bGwsIlBhcmVudFN0eWxlIjpudWxsfSwiRGVmYXVsdE1pbGVzdG9uZVN0eWxlIjp7IiRpZCI6IjU1IiwiU2hhcGUiOjAsIkNvbm5lY3Rvck1hcmdpbiI6eyIkaWQiOiI1NiIsIlRvcCI6MCwiTGVmdCI6MiwiUmlnaHQiOjIsIkJvdHRvbSI6MH0sIkNvbm5lY3RvclN0eWxlIjp7IiRpZCI6IjU3IiwiTGluZUNvbG9yIjp7IiRpZCI6IjU4IiwiJHR5cGUiOiJOTFJFLkNvbW1vbi5Eb20uU29saWRDb2xvckJydXNoLCBOTFJFLkNvbW1vbiIsIkNvbG9yIjp7IiRpZCI6IjU5IiwiQSI6MjU1LCJSIjo3OSwiRyI6MTI5LCJCIjoxODl9fSwiTGluZVdlaWdodCI6MS4wLCJMaW5lVHlwZSI6MCwiUGFyZW50U3R5bGUiOm51bGx9LCJJc0JlbG93VGltZWJhbmQiOmZhbHNlLCJQb3NpdGlvbk9uVGFzayI6MCwiSGlkZURhdGUiOmZhbHNlLCJTaGFwZVNpemUiOjEsIlNwYWNpbmciOjIuMCwiUGFkZGluZyI6eyIkaWQiOiI2MCIsIlRvcCI6NywiTGVmdCI6MywiUmlnaHQiOjAsIkJvdHRvbSI6Mn0sIlNoYXBlU3R5bGUiOnsiJGlkIjoiNjEiLCJNYXJnaW4iOnsiJGlkIjoiNjIiLCJUb3AiOjAsIkxlZnQiOjAsIlJpZ2h0IjowLCJCb3R0b20iOjB9LCJQYWRkaW5nIjp7IiRpZCI6IjYzIiwiVG9wIjowLCJMZWZ0IjowLCJSaWdodCI6MCwiQm90dG9tIjowfSwiQmFja2dyb3VuZCI6eyIkaWQiOiI2NCIsIkNvbG9yIjp7IiRpZCI6IjY1IiwiQSI6MjU1LCJSIjowLCJHIjoxMTQsIkIiOjE4OH19LCJJc1Zpc2libGUiOnRydWUsIldpZHRoIjoxOC4wLCJIZWlnaHQiOjIwLjAsIkJvcmRlclN0eWxlIjp7IiRpZCI6IjY2IiwiTGluZUNvbG9yIjp7IiRpZCI6IjY3IiwiJHR5cGUiOiJOTFJFLkNvbW1vbi5Eb20uU29saWRDb2xvckJydXNoLCBOTFJFLkNvbW1vbiIsIkNvbG9yIjp7IiRpZCI6IjY4IiwiQSI6MjU1LCJSIjoyNTUsIkciOjAsIkIiOjB9fSwiTGluZVdlaWdodCI6MC4wLCJMaW5lVHlwZSI6MCwiUGFyZW50U3R5bGUiOm51bGx9LCJQYXJlbnRTdHlsZSI6bnVsbH0sIlRpdGxlU3R5bGUiOnsiJGlkIjoiNjkiLCJGb250U2V0dGluZ3MiOnsiJGlkIjoiNzAiLCJGb250U2l6ZSI6MTQsIkZvbnROYW1lIjoiQ29yYmVsIiwiSXNCb2xkIjpmYWxzZSwiSXNJdGFsaWMiOmZhbHNlLCJJc1VuZGVybGluZWQiOmZhbHNlLCJQYXJlbnRTdHlsZSI6bnVsbH0sIkF1dG9TaXplIjowLCJGb3JlZ3JvdW5kIjp7IiRpZCI6IjcxIiwiQ29sb3IiOnsiJGlkIjoiNz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zMiLCJUb3AiOjAsIkxlZnQiOjAsIlJpZ2h0IjowLCJCb3R0b20iOjB9LCJQYWRkaW5nIjp7IiRpZCI6Ijc0IiwiVG9wIjowLCJMZWZ0IjowLCJSaWdodCI6MCwiQm90dG9tIjowfSwiQmFja2dyb3VuZCI6eyIkaWQiOiI3NSIsIkNvbG9yIjp7IiRyZWYiOiIzNiJ9fSwiSXNWaXNpYmxlIjp0cnVlLCJXaWR0aCI6MC4wLCJIZWlnaHQiOjAuMCwiQm9yZGVyU3R5bGUiOm51bGwsIlBhcmVudFN0eWxlIjpudWxsfSwiRGF0ZVN0eWxlIjp7IiRpZCI6Ijc2IiwiRm9udFNldHRpbmdzIjp7IiRpZCI6Ijc3IiwiRm9udFNpemUiOjExLCJGb250TmFtZSI6IkNvcmJlbCIsIklzQm9sZCI6ZmFsc2UsIklzSXRhbGljIjpmYWxzZSwiSXNVbmRlcmxpbmVkIjpmYWxzZSwiUGFyZW50U3R5bGUiOm51bGx9LCJBdXRvU2l6ZSI6MCwiRm9yZWdyb3VuZCI6eyIkaWQiOiI3OCIsIkNvbG9yIjp7IiRpZCI6Ijc5IiwiQSI6MjU1LCJSIjoyMDksIkciOjQwLCJCIjo0Nn19LCJNYXhXaWR0aCI6MjAwLjAsIk1heEhlaWdodCI6IkluZmluaXR5IiwiU21hcnRGb3JlZ3JvdW5kSXNBY3RpdmUiOmZhbHNlLCJIb3Jpem9udGFsQWxpZ25tZW50IjowLCJWZXJ0aWNhbEFsaWdubWVudCI6MCwiU21hcnRGb3JlZ3JvdW5kIjpudWxsLCJCYWNrZ3JvdW5kRmlsbFR5cGUiOjAsIk1hcmdpbiI6eyIkaWQiOiI4MCIsIlRvcCI6MCwiTGVmdCI6MCwiUmlnaHQiOjAsIkJvdHRvbSI6MH0sIlBhZGRpbmciOnsiJGlkIjoiODEiLCJUb3AiOjAsIkxlZnQiOjAsIlJpZ2h0IjowLCJCb3R0b20iOjB9LCJCYWNrZ3JvdW5kIjp7IiRpZCI6IjgyIiwiQ29sb3IiOnsiJHJlZiI6IjM2In19LCJJc1Zpc2libGUiOnRydWUsIldpZHRoIjowLjAsIkhlaWdodCI6MC4wLCJCb3JkZXJTdHlsZSI6bnVsbCwiUGFyZW50U3R5bGUiOm51bGx9LCJEYXRlRm9ybWF0Ijp7IiRpZCI6Ijgz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ODQiLCJEYXRlUGFydElzVmlzaWJsZSI6ZmFsc2UsIlRpbWVQYXJ0SXNWaXNpYmxlIjpmYWxzZX19LCJJc1Zpc2libGUiOnRydWUsIlBhcmVudFN0eWxlIjpudWxsfSwiRGVmYXVsdFRhc2tTdHlsZSI6eyIkaWQiOiI4NSIsIlNoYXBlIjoyLCJTaGFwZVRoaWNrbmVzcyI6MSwiRHVyYXRpb25Gb3JtYXQiOjAsIkluY2x1ZGVOb25Xb3JraW5nRGF5c0luRHVyYXRpb24iOmZhbHNlLCJQZXJjZW50YWdlQ29tcGxldGVTdHlsZSI6eyIkaWQiOiI4NiIsIkZvbnRTZXR0aW5ncyI6eyIkaWQiOiI4NyIsIkZvbnRTaXplIjoxMCwiRm9udE5hbWUiOiJDYWxpYnJpIiwiSXNCb2xkIjpmYWxzZSwiSXNJdGFsaWMiOmZhbHNlLCJJc1VuZGVybGluZWQiOmZhbHNlLCJQYXJlbnRTdHlsZSI6bnVsbH0sIkF1dG9TaXplIjowLCJGb3JlZ3JvdW5kIjp7IiRpZCI6Ijg4IiwiQ29sb3IiOnsiJGlkIjoiODk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kwIiwiVG9wIjowLCJMZWZ0IjowLCJSaWdodCI6MCwiQm90dG9tIjowfSwiUGFkZGluZyI6eyIkaWQiOiI5MSIsIlRvcCI6MCwiTGVmdCI6MCwiUmlnaHQiOjAsIkJvdHRvbSI6MH0sIkJhY2tncm91bmQiOnsiJGlkIjoiOTIiLCJDb2xvciI6eyIkcmVmIjoiMzYifX0sIklzVmlzaWJsZSI6dHJ1ZSwiV2lkdGgiOjAuMCwiSGVpZ2h0IjowLjAsIkJvcmRlclN0eWxlIjpudWxsLCJQYXJlbnRTdHlsZSI6bnVsbH0sIkR1cmF0aW9uU3R5bGUiOnsiJGlkIjoiOTMiLCJGb250U2V0dGluZ3MiOnsiJGlkIjoiOTQiLCJGb250U2l6ZSI6MTIsIkZvbnROYW1lIjoiQ2FsaWJyaSIsIklzQm9sZCI6ZmFsc2UsIklzSXRhbGljIjpmYWxzZSwiSXNVbmRlcmxpbmVkIjpmYWxzZSwiUGFyZW50U3R5bGUiOm51bGx9LCJBdXRvU2l6ZSI6MCwiRm9yZWdyb3VuZCI6eyIkaWQiOiI5NSIsIkNvbG9yIjp7IiRpZCI6Ijk2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k3IiwiVG9wIjowLCJMZWZ0IjowLCJSaWdodCI6MCwiQm90dG9tIjowfSwiUGFkZGluZyI6eyIkaWQiOiI5OCIsIlRvcCI6MCwiTGVmdCI6MCwiUmlnaHQiOjAsIkJvdHRvbSI6MH0sIkJhY2tncm91bmQiOnsiJGlkIjoiOTkiLCJDb2xvciI6eyIkcmVmIjoiMzYifX0sIklzVmlzaWJsZSI6dHJ1ZSwiV2lkdGgiOjAuMCwiSGVpZ2h0IjowLjAsIkJvcmRlclN0eWxlIjpudWxsLCJQYXJlbnRTdHlsZSI6bnVsbH0sIkhvcml6b250YWxDb25uZWN0b3JTdHlsZSI6eyIkaWQiOiIxMDAiLCJMaW5lQ29sb3IiOnsiJGlkIjoiMTAxIiwiJHR5cGUiOiJOTFJFLkNvbW1vbi5Eb20uU29saWRDb2xvckJydXNoLCBOTFJFLkNvbW1vbiIsIkNvbG9yIjp7IiRpZCI6IjEwMiIsIkEiOjI1NSwiUiI6MjMxLCJHIjoyMzAsIkIiOjIzMH19LCJMaW5lV2VpZ2h0IjowLjAsIkxpbmVUeXBlIjowLCJQYXJlbnRTdHlsZSI6bnVsbH0sIlZlcnRpY2FsQ29ubmVjdG9yU3R5bGUiOnsiJGlkIjoiMTAzIiwiTGluZUNvbG9yIjp7IiRpZCI6IjEwNCIsIiR0eXBlIjoiTkxSRS5Db21tb24uRG9tLlNvbGlkQ29sb3JCcnVzaCwgTkxSRS5Db21tb24iLCJDb2xvciI6eyIkaWQiOiIxMDUiLCJBIjoyNTUsIlIiOjIzMSwiRyI6MjMwLCJCIjoyMzB9fSwiTGluZVdlaWdodCI6MC4wLCJMaW5lVHlwZSI6MCwiUGFyZW50U3R5bGUiOm51bGx9LCJNYXJnaW4iOm51bGwsIlN0YXJ0RGF0ZVBvc2l0aW9uIjo0LCJFbmREYXRlUG9zaXRpb24iOjQsIkRhdGVJc1Zpc2libGUiOnRydWUsIlRpdGxlUG9zaXRpb24iOjMsIkR1cmF0aW9uUG9zaXRpb24iOjYsIlBlcmNlbnRhZ2VDb21wbGV0ZWRQb3NpdGlvbiI6NiwiU3BhY2luZyI6MTAsIklzQmVsb3dUaW1lYmFuZCI6dHJ1ZSwiUGVyY2VudGFnZUNvbXBsZXRlU2hhcGVPcGFjaXR5IjozNSwiU2hhcGVTdHlsZSI6eyIkaWQiOiIxMDYiLCJNYXJnaW4iOnsiJGlkIjoiMTA3IiwiVG9wIjowLCJMZWZ0Ijo0LCJSaWdodCI6NCwiQm90dG9tIjowfSwiUGFkZGluZyI6eyIkaWQiOiIxMDgiLCJUb3AiOjAsIkxlZnQiOjAsIlJpZ2h0IjowLCJCb3R0b20iOjB9LCJCYWNrZ3JvdW5kIjp7IiRpZCI6IjEwOSIsIkNvbG9yIjp7IiRpZCI6IjExMCIsIkEiOjI1NSwiUiI6MCwiRyI6MTE0LCJCIjoxODh9fSwiSXNWaXNpYmxlIjp0cnVlLCJXaWR0aCI6MC4wLCJIZWlnaHQiOjE2LjAsIkJvcmRlclN0eWxlIjp7IiRpZCI6IjExMSIsIkxpbmVDb2xvciI6eyIkaWQiOiIxMTIiLCIkdHlwZSI6Ik5MUkUuQ29tbW9uLkRvbS5Tb2xpZENvbG9yQnJ1c2gsIE5MUkUuQ29tbW9uIiwiQ29sb3IiOnsiJGlkIjoiMTEzIiwiQSI6MjU1LCJSIjoyNTUsIkciOjAsIkIiOjB9fSwiTGluZVdlaWdodCI6MC4wLCJMaW5lVHlwZSI6MCwiUGFyZW50U3R5bGUiOm51bGx9LCJQYXJlbnRTdHlsZSI6bnVsbH0sIlRpdGxlU3R5bGUiOnsiJGlkIjoiMTE0IiwiRm9udFNldHRpbmdzIjp7IiRpZCI6IjExNSIsIkZvbnRTaXplIjoxNCwiRm9udE5hbWUiOiJDb3JiZWwiLCJJc0JvbGQiOmZhbHNlLCJJc0l0YWxpYyI6ZmFsc2UsIklzVW5kZXJsaW5lZCI6ZmFsc2UsIlBhcmVudFN0eWxlIjpudWxsfSwiQXV0b1NpemUiOjAsIkZvcmVncm91bmQiOnsiJGlkIjoiMTE2IiwiQ29sb3IiOnsiJGlkIjoiMTE3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xOCIsIlRvcCI6MCwiTGVmdCI6MCwiUmlnaHQiOjAsIkJvdHRvbSI6MH0sIlBhZGRpbmciOnsiJGlkIjoiMTE5IiwiVG9wIjowLCJMZWZ0IjowLCJSaWdodCI6MCwiQm90dG9tIjowfSwiQmFja2dyb3VuZCI6eyIkaWQiOiIxMjAiLCJDb2xvciI6eyIkcmVmIjoiMzYifX0sIklzVmlzaWJsZSI6dHJ1ZSwiV2lkdGgiOjAuMCwiSGVpZ2h0IjowLjAsIkJvcmRlclN0eWxlIjpudWxsLCJQYXJlbnRTdHlsZSI6bnVsbH0sIkRhdGVTdHlsZSI6eyIkaWQiOiIxMjEiLCJGb250U2V0dGluZ3MiOnsiJGlkIjoiMTIyIiwiRm9udFNpemUiOjEyLCJGb250TmFtZSI6IkNhbGlicmkiLCJJc0JvbGQiOmZhbHNlLCJJc0l0YWxpYyI6ZmFsc2UsIklzVW5kZXJsaW5lZCI6ZmFsc2UsIlBhcmVudFN0eWxlIjpudWxsfSwiQXV0b1NpemUiOjAsIkZvcmVncm91bmQiOnsiJGlkIjoiMTIzIiwiQ29sb3IiOnsiJGlkIjoiMTI0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EyNSIsIlRvcCI6MCwiTGVmdCI6MCwiUmlnaHQiOjAsIkJvdHRvbSI6MH0sIlBhZGRpbmciOnsiJGlkIjoiMTI2IiwiVG9wIjowLCJMZWZ0IjowLCJSaWdodCI6MCwiQm90dG9tIjowfSwiQmFja2dyb3VuZCI6eyIkaWQiOiIxMjciLCJDb2xvciI6eyIkcmVmIjoiMzYifX0sIklzVmlzaWJsZSI6dHJ1ZSwiV2lkdGgiOjAuMCwiSGVpZ2h0IjowLjAsIkJvcmRlclN0eWxlIjpudWxsLCJQYXJlbnRTdHlsZSI6bnVsbH0sIkRhdGVGb3JtYXQiOnsiJGlkIjoiMTI4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MTI5IiwiRGF0ZVBhcnRJc1Zpc2libGUiOmZhbHNlLCJUaW1lUGFydElzVmlzaWJsZSI6ZmFsc2V9fSwiSXNWaXNpYmxlIjp0cnVlLCJQYXJlbnRTdHlsZSI6bnVsbCwiX2V4cGxpY2l0bHlTZXQiOnsiJGlkIjoiMTMw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klzVmlzaWJsZSI6ZmFsc2V9fSwiR3JpZGxpbmVQYW5lbFN0eWxlIjp7IiRpZCI6IjEzMSIsIkdyaWRsaW5lU3R5bGUiOnsiJGlkIjoiMTMyIiwiTGluZUNvbG9yIjp7IiRpZCI6IjEzMyIsIiR0eXBlIjoiTkxSRS5Db21tb24uRG9tLlNvbGlkQ29sb3JCcnVzaCwgTkxSRS5Db21tb24iLCJDb2xvciI6eyIkaWQiOiIxMzQiLCJBIjozOCwiUiI6OTEsIkciOjE1NSwiQiI6MjEzfX0sIkxpbmVXZWlnaHQiOjEuMCwiTGluZVR5cGUiOjAsIlBhcmVudFN0eWxlIjpudWxsfSwiTWFyZ2luIjp7IiRpZCI6IjEzNSIsIlRvcCI6MCwiTGVmdCI6MCwiUmlnaHQiOjAsIkJvdHRvbSI6MH0sIlBhZGRpbmciOnsiJGlkIjoiMTM2IiwiVG9wIjowLCJMZWZ0IjowLCJSaWdodCI6MCwiQm90dG9tIjowfSwiQmFja2dyb3VuZCI6bnVsbCwiSXNWaXNpYmxlIjp0cnVlLCJXaWR0aCI6MC4wLCJIZWlnaHQiOjAuMCwiQm9yZGVyU3R5bGUiOm51bGwsIlBhcmVudFN0eWxlIjpudWxsfSwiU2hvd0VsYXBzZWRUaW1lR3JhZGllbnRTdHlsZSI6ZmFsc2UsIkRlZmF1bHRTd2ltbGFuZVN0eWxlIjp7IiRpZCI6IjEzNyIsIkhlYWRlclN0eWxlIjp7IiRpZCI6IjEzOCIsIlRleHRTdHlsZSI6eyIkaWQiOiIxMzkiLCJGb250U2V0dGluZ3MiOnsiJGlkIjoiMTQwIiwiRm9udFNpemUiOjEyLCJGb250TmFtZSI6IkNhbGlicmkiLCJJc0JvbGQiOmZhbHNlLCJJc0l0YWxpYyI6ZmFsc2UsIklzVW5kZXJsaW5lZCI6ZmFsc2UsIlBhcmVudFN0eWxlIjpudWxsfSwiQXV0b1NpemUiOjAsIkZvcmVncm91bmQiOnsiJGlkIjoiMTQxIiwiQ29sb3IiOnsiJGlkIjoiMTQyIiwiQSI6MjU1LCJSIjozMiwiRyI6NTYsIkIiOjEwMH19LCJNYXhXaWR0aCI6IkluZmluaXR5IiwiTWF4SGVpZ2h0IjoiSW5maW5pdHkiLCJTbWFydEZvcmVncm91bmRJc0FjdGl2ZSI6ZmFsc2UsIkhvcml6b250YWxBbGlnbm1lbnQiOjAsIlZlcnRpY2FsQWxpZ25tZW50IjowLCJTbWFydEZvcmVncm91bmQiOm51bGwsIkJhY2tncm91bmRGaWxsVHlwZSI6MCwiTWFyZ2luIjp7IiRpZCI6IjE0MyIsIlRvcCI6MCwiTGVmdCI6MCwiUmlnaHQiOjAsIkJvdHRvbSI6MH0sIlBhZGRpbmciOnsiJGlkIjoiMTQ0IiwiVG9wIjowLCJMZWZ0IjowLCJSaWdodCI6MCwiQm90dG9tIjowfSwiQmFja2dyb3VuZCI6bnVsbCwiSXNWaXNpYmxlIjp0cnVlLCJXaWR0aCI6MC4wLCJIZWlnaHQiOjAuMCwiQm9yZGVyU3R5bGUiOm51bGwsIlBhcmVudFN0eWxlIjpudWxsfSwiUmVjdGFuZ2xlU3R5bGUiOnsiJGlkIjoiMTQ1IiwiTWFyZ2luIjp7IiRpZCI6IjE0NiIsIlRvcCI6MCwiTGVmdCI6MCwiUmlnaHQiOjAsIkJvdHRvbSI6MH0sIlBhZGRpbmciOnsiJGlkIjoiMTQ3IiwiVG9wIjowLCJMZWZ0IjowLCJSaWdodCI6MCwiQm90dG9tIjowfSwiQmFja2dyb3VuZCI6eyIkaWQiOiIxNDgiLCJDb2xvciI6eyIkaWQiOiIxNDkiLCJBIjoxMjcsIlIiOjkxLCJHIjoxNTUsIkIiOjIxM319LCJJc1Zpc2libGUiOnRydWUsIldpZHRoIjowLjAsIkhlaWdodCI6MC4wLCJCb3JkZXJTdHlsZSI6eyIkaWQiOiIxNTAiLCJMaW5lQ29sb3IiOnsiJGlkIjoiMTUxIiwiJHR5cGUiOiJOTFJFLkNvbW1vbi5Eb20uU29saWRDb2xvckJydXNoLCBOTFJFLkNvbW1vbiIsIkNvbG9yIjp7IiRpZCI6IjE1MiIsIkEiOjI1NSwiUiI6MjU1LCJHIjowLCJCIjowfX0sIkxpbmVXZWlnaHQiOjAuMCwiTGluZVR5cGUiOjAsIlBhcmVudFN0eWxlIjpudWxsfSwiUGFyZW50U3R5bGUiOm51bGx9LCJNYXJnaW4iOnsiJGlkIjoiMTUzIiwiVG9wIjowLCJMZWZ0IjowLCJSaWdodCI6MCwiQm90dG9tIjowfSwiUGFkZGluZyI6eyIkaWQiOiIxNTQiLCJUb3AiOjAsIkxlZnQiOjAsIlJpZ2h0IjowLCJCb3R0b20iOjB9LCJCYWNrZ3JvdW5kIjpudWxsLCJJc1Zpc2libGUiOnRydWUsIldpZHRoIjowLjAsIkhlaWdodCI6MC4wLCJCb3JkZXJTdHlsZSI6bnVsbCwiUGFyZW50U3R5bGUiOm51bGx9LCJCYWNrZ3JvdW5kU3R5bGUiOnsiJGlkIjoiMTU1IiwiTWFyZ2luIjp7IiRpZCI6IjE1NiIsIlRvcCI6MCwiTGVmdCI6MCwiUmlnaHQiOjAsIkJvdHRvbSI6MH0sIlBhZGRpbmciOnsiJGlkIjoiMTU3IiwiVG9wIjowLCJMZWZ0IjowLCJSaWdodCI6MCwiQm90dG9tIjowfSwiQmFja2dyb3VuZCI6eyIkaWQiOiIxNTgiLCJDb2xvciI6eyIkaWQiOiIxNTkiLCJBIjozOCwiUiI6OTEsIkciOjE1NSwiQiI6MjEzfX0sIklzVmlzaWJsZSI6dHJ1ZSwiV2lkdGgiOjAuMCwiSGVpZ2h0IjowLjAsIkJvcmRlclN0eWxlIjp7IiRpZCI6IjE2MCIsIkxpbmVDb2xvciI6eyIkaWQiOiIxNjEiLCIkdHlwZSI6Ik5MUkUuQ29tbW9uLkRvbS5Tb2xpZENvbG9yQnJ1c2gsIE5MUkUuQ29tbW9uIiwiQ29sb3IiOnsiJGlkIjoiMTYyIiwiQSI6MjU1LCJSIjoyNTUsIkciOjAsIkIiOjB9fSwiTGluZVdlaWdodCI6MC4wLCJMaW5lVHlwZSI6MCwiUGFyZW50U3R5bGUiOm51bGx9LCJQYXJlbnRTdHlsZSI6bnVsbH0sIklzQWJvdmVUaW1lYmFuZCI6ZmFsc2UsIk1hcmdpbiI6eyIkaWQiOiIxNjMiLCJUb3AiOjAsIkxlZnQiOjAsIlJpZ2h0IjowLCJCb3R0b20iOjB9LCJQYWRkaW5nIjp7IiRpZCI6IjE2NCIsIlRvcCI6MCwiTGVmdCI6MCwiUmlnaHQiOjAsIkJvdHRvbSI6MH0sIklzVmlzaWJsZSI6dHJ1ZSwiV2lkdGgiOjAuMCwiSGVpZ2h0IjowLjAsIkJvcmRlclN0eWxlIjpudWxsLCJQYXJlbnRTdHlsZSI6bnVsbH19LCJTY2FsZSI6eyIkaWQiOiIxNjUiLCJTdGFydERhdGUiOiIyMDE3LTA1LTEwVDIzOjU5OjU5Ljk5OVoiLCJFbmREYXRlIjoiMjAyMS0wMS0zMFQyMzo1OTowMCIsIkZvcm1hdCI6Ik1NTSIsIlR5cGUiOjIsIkF1dG9EYXRlUmFuZ2UiOnRydWUsIldvcmtpbmdEYXlzIjozMSwiVG9kYXlNYXJrZXJUZXh0IjoiVG9kYXkiLCJBdXRvU2NhbGVUeXBlIjp0cnVlfSwiTWlsZXN0b25lcyI6W3siJGlkIjoiMTY2IiwiRGF0ZSI6IjIwMjAtMDUtMTBUMjM6NTk6MDBaIiwiU3R5bGUiOnsiJGlkIjoiMTY3IiwiU2hhcGUiOjIsIkNvbm5lY3Rvck1hcmdpbiI6eyIkcmVmIjoiNTYifSwiQ29ubmVjdG9yU3R5bGUiOnsiJGlkIjoiMTY4IiwiTGluZUNvbG9yIjp7IiRpZCI6IjE2OSIsIiR0eXBlIjoiTkxSRS5Db21tb24uRG9tLlNvbGlkQ29sb3JCcnVzaCwgTkxSRS5Db21tb24iLCJDb2xvciI6eyIkaWQiOiIxNzAiLCJBIjoyNTUsIlIiOjAsIkciOjExNCwiQiI6MTg4fX0sIkxpbmVXZWlnaHQiOjEuMCwiTGluZVR5cGUiOjAsIlBhcmVudFN0eWxlIjp7IiRyZWYiOiI1NyJ9fSwiSXNCZWxvd1RpbWViYW5kIjpmYWxzZSwiUG9zaXRpb25PblRhc2siOjAsIkhpZGVEYXRlIjpmYWxzZSwiU2hhcGVTaXplIjoxLCJTcGFjaW5nIjowLjAsIlBhZGRpbmciOnsiJGlkIjoiMTcxIiwiVG9wIjowLCJMZWZ0IjowLCJSaWdodCI6MCwiQm90dG9tIjowfSwiU2hhcGVTdHlsZSI6eyIkaWQiOiIxNzIiLCJNYXJnaW4iOnsiJHJlZiI6IjYyIn0sIlBhZGRpbmciOnsiJHJlZiI6IjYzIn0sIkJhY2tncm91bmQiOnsiJGlkIjoiMTczIiwiQ29sb3IiOnsiJGlkIjoiMTc0IiwiQSI6MjU1LCJSIjo4LCJHIjoxMjcsIkIiOjE5NX19LCJJc1Zpc2libGUiOnRydWUsIldpZHRoIjoxMy4wLCJIZWlnaHQiOjEzLjAsIkJvcmRlclN0eWxlIjp7IiRpZCI6IjE3NSIsIkxpbmVDb2xvciI6eyIkcmVmIjoiNjcifSwiTGluZVdlaWdodCI6MC4wLCJMaW5lVHlwZSI6MCwiUGFyZW50U3R5bGUiOnsiJHJlZiI6IjY2In19LCJQYXJlbnRTdHlsZSI6eyIkcmVmIjoiNjEifX0sIlRpdGxlU3R5bGUiOnsiJGlkIjoiMTc2IiwiRm9udFNldHRpbmdzIjp7IiRpZCI6IjE3NyIsIkZvbnRTaXplIjoxMCwiRm9udE5hbWUiOiJDYWxpYnJpIiwiSXNCb2xkIjp0cnVlLCJJc0l0YWxpYyI6ZmFsc2UsIklzVW5kZXJsaW5lZCI6ZmFsc2UsIlBhcmVudFN0eWxlIjp7IiRyZWYiOiI3MCJ9fSwiQXV0b1NpemUiOjAsIkZvcmVncm91bmQiOnsiJGlkIjoiMTc4IiwiQ29sb3IiOnsiJGlkIjoiMTc5IiwiQSI6MjU1LCJSIjo1OSwiRyI6ODksIkIiOjE1Mn19LCJNYXhXaWR0aCI6NTEuNjI1MDM4MTQ2OTcyNjU2LCJNYXhIZWlnaHQiOiJJbmZpbml0eSIsIlNtYXJ0Rm9yZWdyb3VuZElzQWN0aXZlIjpmYWxzZSwiSG9yaXpvbnRhbEFsaWdubWVudCI6MCwiVmVydGljYWxBbGlnbm1lbnQiOjAsIlNtYXJ0Rm9yZWdyb3VuZCI6bnVsbCwiQmFja2dyb3VuZEZpbGxUeXBlIjowLCJNYXJnaW4iOnsiJHJlZiI6IjczIn0sIlBhZGRpbmciOnsiJHJlZiI6Ijc0In0sIkJhY2tncm91bmQiOnsiJHJlZiI6Ijc1In0sIklzVmlzaWJsZSI6dHJ1ZSwiV2lkdGgiOjAuMCwiSGVpZ2h0IjowLjAsIkJvcmRlclN0eWxlIjp7IiRpZCI6IjE4MCIsIkxpbmVDb2xvciI6bnVsbCwiTGluZVdlaWdodCI6MC4wLCJMaW5lVHlwZSI6MCwiUGFyZW50U3R5bGUiOm51bGx9LCJQYXJlbnRTdHlsZSI6eyIkcmVmIjoiNjkifX0sIkRhdGVTdHlsZSI6eyIkaWQiOiIxODEiLCJGb250U2V0dGluZ3MiOnsiJGlkIjoiMTgyIiwiRm9udFNpemUiOjEwLCJGb250TmFtZSI6IkNhbGlicmkiLCJJc0JvbGQiOmZhbHNlLCJJc0l0YWxpYyI6ZmFsc2UsIklzVW5kZXJsaW5lZCI6ZmFsc2UsIlBhcmVudFN0eWxlIjp7IiRyZWYiOiI3NyJ9fSwiQXV0b1NpemUiOjAsIkZvcmVncm91bmQiOnsiJGlkIjoiMTgzIiwiQ29sb3IiOnsiJGlkIjoiMTg0IiwiQSI6MjU1LCJSIjoxMjcsIkciOjEyNywiQiI6MTI3fX0sIk1heFdpZHRoIjoyMDAuMCwiTWF4SGVpZ2h0IjoiSW5maW5pdHkiLCJTbWFydEZvcmVncm91bmRJc0FjdGl2ZSI6ZmFsc2UsIkhvcml6b250YWxBbGlnbm1lbnQiOjAsIlZlcnRpY2FsQWxpZ25tZW50IjowLCJTbWFydEZvcmVncm91bmQiOm51bGwsIkJhY2tncm91bmRGaWxsVHlwZSI6MCwiTWFyZ2luIjp7IiRyZWYiOiI4MCJ9LCJQYWRkaW5nIjp7IiRyZWYiOiI4MSJ9LCJCYWNrZ3JvdW5kIjp7IiRyZWYiOiI4MiJ9LCJJc1Zpc2libGUiOnRydWUsIldpZHRoIjowLjAsIkhlaWdodCI6MC4wLCJCb3JkZXJTdHlsZSI6eyIkaWQiOiIxODUiLCJMaW5lQ29sb3IiOm51bGwsIkxpbmVXZWlnaHQiOjAuMCwiTGluZVR5cGUiOjAsIlBhcmVudFN0eWxlIjpudWxsfSwiUGFyZW50U3R5bGUiOnsiJHJlZiI6Ijc2In19LCJEYXRlRm9ybWF0Ijp7IiRyZWYiOiI4MyJ9LCJJc1Zpc2libGUiOnRydWUsIlBhcmVudFN0eWxlIjp7IiRyZWYiOiI1NSJ9fSwiSW5kZXgiOjAsIlBlcmNlbnRhZ2VDb21wbGV0ZSI6bnVsbCwiUG9zaXRpb24iOnsiUmF0aW8iOjAuMTc1Mzk2MDIyMDkwMjA1NDQsIklzQ3VzdG9tIjp0cnVlfSwiRGF0ZUZvcm1hdCI6eyIkcmVmIjoiODMifSwiUmVsYXRlZFRhc2tJZCI6IjAwMDAwMDAwLTAwMDAtMDAwMC0wMDAwLTAwMDAwMDAwMDAwMCIsIklkIjoiYTU4ZjI5NDgtN2MwMy00M2MwLThhYmMtZjQxOTEzZTQwY2FlIiwiSW1wb3J0SWQiOm51bGwsIlRpdGxlIjoiTWlsZXN0b25lIDEiLCJOb3RlIjpudWxsLCJIeXBlcmxpbmsiOnsiJGlkIjoiMTg2IiwiQWRkcmVzcyI6IiIsIlN1YkFkZHJlc3MiOiIifSwiSXNDaGFuZ2VkIjpmYWxzZSwiSXNOZXciOnRydWV9LHsiJGlkIjoiMTg3IiwiRGF0ZSI6IjIwMjAtMDUtMTVUMjM6NTk6MDBaIiwiU3R5bGUiOnsiJGlkIjoiMTg4IiwiU2hhcGUiOjIsIkNvbm5lY3Rvck1hcmdpbiI6eyIkcmVmIjoiNTYifSwiQ29ubmVjdG9yU3R5bGUiOnsiJGlkIjoiMTg5IiwiTGluZUNvbG9yIjp7IiRpZCI6IjE5MCIsIiR0eXBlIjoiTkxSRS5Db21tb24uRG9tLlNvbGlkQ29sb3JCcnVzaCwgTkxSRS5Db21tb24iLCJDb2xvciI6eyIkaWQiOiIxOTEiLCJBIjoyNTUsIlIiOjgsIkciOjEyNywiQiI6MTk1fX0sIkxpbmVXZWlnaHQiOjEuMCwiTGluZVR5cGUiOjAsIlBhcmVudFN0eWxlIjp7IiRyZWYiOiI1NyJ9fSwiSXNCZWxvd1RpbWViYW5kIjpmYWxzZSwiUG9zaXRpb25PblRhc2siOjAsIkhpZGVEYXRlIjpmYWxzZSwiU2hhcGVTaXplIjoxLCJTcGFjaW5nIjowLjAsIlBhZGRpbmciOnsiJGlkIjoiMTkyIiwiVG9wIjowLCJMZWZ0IjowLCJSaWdodCI6MCwiQm90dG9tIjowfSwiU2hhcGVTdHlsZSI6eyIkaWQiOiIxOTMiLCJNYXJnaW4iOnsiJHJlZiI6IjYyIn0sIlBhZGRpbmciOnsiJHJlZiI6IjYzIn0sIkJhY2tncm91bmQiOnsiJGlkIjoiMTk0IiwiQ29sb3IiOnsiJGlkIjoiMTk1IiwiQSI6MjU1LCJSIjo4LCJHIjoxMjcsIkIiOjE5NX19LCJJc1Zpc2libGUiOnRydWUsIldpZHRoIjoxMy4wLCJIZWlnaHQiOjEzLjAsIkJvcmRlclN0eWxlIjp7IiRpZCI6IjE5NiIsIkxpbmVDb2xvciI6eyIkcmVmIjoiNjcifSwiTGluZVdlaWdodCI6MC4wLCJMaW5lVHlwZSI6MCwiUGFyZW50U3R5bGUiOnsiJHJlZiI6IjY2In19LCJQYXJlbnRTdHlsZSI6eyIkcmVmIjoiNjEifX0sIlRpdGxlU3R5bGUiOnsiJGlkIjoiMTk3IiwiRm9udFNldHRpbmdzIjp7IiRpZCI6IjE5OCIsIkZvbnRTaXplIjoxMCwiRm9udE5hbWUiOiJDYWxpYnJpIiwiSXNCb2xkIjp0cnVlLCJJc0l0YWxpYyI6ZmFsc2UsIklzVW5kZXJsaW5lZCI6ZmFsc2UsIlBhcmVudFN0eWxlIjp7IiRyZWYiOiI3MCJ9fSwiQXV0b1NpemUiOjAsIkZvcmVncm91bmQiOnsiJGlkIjoiMTk5IiwiQ29sb3IiOnsiJGlkIjoiMjAwIiwiQSI6MjU1LCJSIjo1OSwiRyI6ODksIkIiOjE1Mn19LCJNYXhXaWR0aCI6NTEuNjI1MDM4MTQ2OTcyNjU2LCJNYXhIZWlnaHQiOiJJbmZpbml0eSIsIlNtYXJ0Rm9yZWdyb3VuZElzQWN0aXZlIjpmYWxzZSwiSG9yaXpvbnRhbEFsaWdubWVudCI6MCwiVmVydGljYWxBbGlnbm1lbnQiOjAsIlNtYXJ0Rm9yZWdyb3VuZCI6bnVsbCwiQmFja2dyb3VuZEZpbGxUeXBlIjowLCJNYXJnaW4iOnsiJHJlZiI6IjczIn0sIlBhZGRpbmciOnsiJHJlZiI6Ijc0In0sIkJhY2tncm91bmQiOnsiJHJlZiI6Ijc1In0sIklzVmlzaWJsZSI6dHJ1ZSwiV2lkdGgiOjAuMCwiSGVpZ2h0IjowLjAsIkJvcmRlclN0eWxlIjp7IiRpZCI6IjIwMSIsIkxpbmVDb2xvciI6bnVsbCwiTGluZVdlaWdodCI6MC4wLCJMaW5lVHlwZSI6MCwiUGFyZW50U3R5bGUiOm51bGx9LCJQYXJlbnRTdHlsZSI6eyIkcmVmIjoiNjkifX0sIkRhdGVTdHlsZSI6eyIkaWQiOiIyMDIiLCJGb250U2V0dGluZ3MiOnsiJGlkIjoiMjAzIiwiRm9udFNpemUiOjEwLCJGb250TmFtZSI6IkNhbGlicmkiLCJJc0JvbGQiOmZhbHNlLCJJc0l0YWxpYyI6ZmFsc2UsIklzVW5kZXJsaW5lZCI6ZmFsc2UsIlBhcmVudFN0eWxlIjp7IiRyZWYiOiI3NyJ9fSwiQXV0b1NpemUiOjAsIkZvcmVncm91bmQiOnsiJGlkIjoiMjA0IiwiQ29sb3IiOnsiJGlkIjoiMjA1IiwiQSI6MjU1LCJSIjoxMjcsIkciOjEyNywiQiI6MTI3fX0sIk1heFdpZHRoIjoyMDAuMCwiTWF4SGVpZ2h0IjoiSW5maW5pdHkiLCJTbWFydEZvcmVncm91bmRJc0FjdGl2ZSI6ZmFsc2UsIkhvcml6b250YWxBbGlnbm1lbnQiOjAsIlZlcnRpY2FsQWxpZ25tZW50IjowLCJTbWFydEZvcmVncm91bmQiOm51bGwsIkJhY2tncm91bmRGaWxsVHlwZSI6MCwiTWFyZ2luIjp7IiRyZWYiOiI4MCJ9LCJQYWRkaW5nIjp7IiRyZWYiOiI4MSJ9LCJCYWNrZ3JvdW5kIjp7IiRyZWYiOiI4MiJ9LCJJc1Zpc2libGUiOnRydWUsIldpZHRoIjowLjAsIkhlaWdodCI6MC4wLCJCb3JkZXJTdHlsZSI6eyIkaWQiOiIyMDYiLCJMaW5lQ29sb3IiOm51bGwsIkxpbmVXZWlnaHQiOjAuMCwiTGluZVR5cGUiOjAsIlBhcmVudFN0eWxlIjpudWxsfSwiUGFyZW50U3R5bGUiOnsiJHJlZiI6Ijc2In19LCJEYXRlRm9ybWF0Ijp7IiRyZWYiOiI4MyJ9LCJJc1Zpc2libGUiOnRydWUsIlBhcmVudFN0eWxlIjp7IiRyZWYiOiI1NSJ9fSwiSW5kZXgiOjEsIlBlcmNlbnRhZ2VDb21wbGV0ZSI6bnVsbCwiUG9zaXRpb24iOnsiUmF0aW8iOjAuMTA4MDkzMTc2OTQ3Njk5NjUsIklzQ3VzdG9tIjp0cnVlfSwiRGF0ZUZvcm1hdCI6eyIkcmVmIjoiODMifSwiUmVsYXRlZFRhc2tJZCI6IjAwMDAwMDAwLTAwMDAtMDAwMC0wMDAwLTAwMDAwMDAwMDAwMCIsIklkIjoiNTI3NDNkZTgtYmI2ZC00MDQ0LTg5NmYtNDczODk4ZmU5ZGE3IiwiSW1wb3J0SWQiOm51bGwsIlRpdGxlIjoiTWlsZXN0b25lIDIiLCJOb3RlIjpudWxsLCJIeXBlcmxpbmsiOnsiJGlkIjoiMjA3IiwiQWRkcmVzcyI6IiIsIlN1YkFkZHJlc3MiOiIifSwiSXNDaGFuZ2VkIjpmYWxzZSwiSXNOZXciOnRydWV9LHsiJGlkIjoiMjA4IiwiRGF0ZSI6IjIwMjAtMDctMjFUMjM6NTk6MDBaIiwiU3R5bGUiOnsiJGlkIjoiMjA5IiwiU2hhcGUiOjgsIkNvbm5lY3Rvck1hcmdpbiI6eyIkcmVmIjoiNTYifSwiQ29ubmVjdG9yU3R5bGUiOnsiJGlkIjoiMjEwIiwiTGluZUNvbG9yIjp7IiRpZCI6IjIxMSIsIiR0eXBlIjoiTkxSRS5Db21tb24uRG9tLlNvbGlkQ29sb3JCcnVzaCwgTkxSRS5Db21tb24iLCJDb2xvciI6eyIkaWQiOiIyMTIiLCJBIjoyNTUsIlIiOjgsIkciOjEyNywiQiI6MTk1fX0sIkxpbmVXZWlnaHQiOjEuMCwiTGluZVR5cGUiOjAsIlBhcmVudFN0eWxlIjp7IiRyZWYiOiI1NyJ9fSwiSXNCZWxvd1RpbWViYW5kIjpmYWxzZSwiUG9zaXRpb25PblRhc2siOjAsIkhpZGVEYXRlIjpmYWxzZSwiU2hhcGVTaXplIjoxLCJTcGFjaW5nIjowLjAsIlBhZGRpbmciOnsiJGlkIjoiMjEzIiwiVG9wIjowLCJMZWZ0IjowLCJSaWdodCI6MCwiQm90dG9tIjowfSwiU2hhcGVTdHlsZSI6eyIkaWQiOiIyMTQiLCJNYXJnaW4iOnsiJHJlZiI6IjYyIn0sIlBhZGRpbmciOnsiJHJlZiI6IjYzIn0sIkJhY2tncm91bmQiOnsiJGlkIjoiMjE1IiwiQ29sb3IiOnsiJGlkIjoiMjE2IiwiQSI6MjU1LCJSIjo4LCJHIjoxMjcsIkIiOjE5NX19LCJJc1Zpc2libGUiOnRydWUsIldpZHRoIjoxOC4wLCJIZWlnaHQiOjIwLjAsIkJvcmRlclN0eWxlIjp7IiRpZCI6IjIxNyIsIkxpbmVDb2xvciI6eyIkcmVmIjoiNjcifSwiTGluZVdlaWdodCI6MC4wLCJMaW5lVHlwZSI6MCwiUGFyZW50U3R5bGUiOnsiJHJlZiI6IjY2In19LCJQYXJlbnRTdHlsZSI6eyIkcmVmIjoiNjEifX0sIlRpdGxlU3R5bGUiOnsiJGlkIjoiMjE4IiwiRm9udFNldHRpbmdzIjp7IiRpZCI6IjIxOSIsIkZvbnRTaXplIjoxMCwiRm9udE5hbWUiOiJDYWxpYnJpIiwiSXNCb2xkIjp0cnVlLCJJc0l0YWxpYyI6ZmFsc2UsIklzVW5kZXJsaW5lZCI6ZmFsc2UsIlBhcmVudFN0eWxlIjp7IiRyZWYiOiI3MCJ9fSwiQXV0b1NpemUiOjAsIkZvcmVncm91bmQiOnsiJGlkIjoiMjIwIiwiQ29sb3IiOnsiJGlkIjoiMjIxIiwiQSI6MjU1LCJSIjo1OSwiRyI6ODksIkIiOjE1Mn19LCJNYXhXaWR0aCI6NTEuNjI0OTYxODUzMDI3MzQ0LCJNYXhIZWlnaHQiOiJJbmZpbml0eSIsIlNtYXJ0Rm9yZWdyb3VuZElzQWN0aXZlIjpmYWxzZSwiSG9yaXpvbnRhbEFsaWdubWVudCI6MSwiVmVydGljYWxBbGlnbm1lbnQiOjAsIlNtYXJ0Rm9yZWdyb3VuZCI6bnVsbCwiQmFja2dyb3VuZEZpbGxUeXBlIjowLCJNYXJnaW4iOnsiJHJlZiI6IjczIn0sIlBhZGRpbmciOnsiJHJlZiI6Ijc0In0sIkJhY2tncm91bmQiOnsiJHJlZiI6Ijc1In0sIklzVmlzaWJsZSI6dHJ1ZSwiV2lkdGgiOjAuMCwiSGVpZ2h0IjowLjAsIkJvcmRlclN0eWxlIjp7IiRpZCI6IjIyMiIsIkxpbmVDb2xvciI6bnVsbCwiTGluZVdlaWdodCI6MC4wLCJMaW5lVHlwZSI6MCwiUGFyZW50U3R5bGUiOm51bGx9LCJQYXJlbnRTdHlsZSI6eyIkcmVmIjoiNjkifX0sIkRhdGVTdHlsZSI6eyIkaWQiOiIyMjMiLCJGb250U2V0dGluZ3MiOnsiJGlkIjoiMjI0IiwiRm9udFNpemUiOjEwLCJGb250TmFtZSI6IkNhbGlicmkiLCJJc0JvbGQiOmZhbHNlLCJJc0l0YWxpYyI6ZmFsc2UsIklzVW5kZXJsaW5lZCI6ZmFsc2UsIlBhcmVudFN0eWxlIjp7IiRyZWYiOiI3NyJ9fSwiQXV0b1NpemUiOjAsIkZvcmVncm91bmQiOnsiJGlkIjoiMjI1IiwiQ29sb3IiOnsiJGlkIjoiMjI2IiwiQSI6MjU1LCJSIjoxMjcsIkciOjEyNywiQiI6MTI3fX0sIk1heFdpZHRoIjoyMDAuMCwiTWF4SGVpZ2h0IjoiSW5maW5pdHkiLCJTbWFydEZvcmVncm91bmRJc0FjdGl2ZSI6ZmFsc2UsIkhvcml6b250YWxBbGlnbm1lbnQiOjEsIlZlcnRpY2FsQWxpZ25tZW50IjowLCJTbWFydEZvcmVncm91bmQiOm51bGwsIkJhY2tncm91bmRGaWxsVHlwZSI6MCwiTWFyZ2luIjp7IiRyZWYiOiI4MCJ9LCJQYWRkaW5nIjp7IiRyZWYiOiI4MSJ9LCJCYWNrZ3JvdW5kIjp7IiRyZWYiOiI4MiJ9LCJJc1Zpc2libGUiOnRydWUsIldpZHRoIjowLjAsIkhlaWdodCI6MC4wLCJCb3JkZXJTdHlsZSI6eyIkaWQiOiIyMjciLCJMaW5lQ29sb3IiOm51bGwsIkxpbmVXZWlnaHQiOjAuMCwiTGluZVR5cGUiOjAsIlBhcmVudFN0eWxlIjpudWxsfSwiUGFyZW50U3R5bGUiOnsiJHJlZiI6Ijc2In19LCJEYXRlRm9ybWF0Ijp7IiRyZWYiOiI4MyJ9LCJJc1Zpc2libGUiOnRydWUsIlBhcmVudFN0eWxlIjp7IiRyZWYiOiI1NSJ9fSwiSW5kZXgiOjIsIlBlcmNlbnRhZ2VDb21wbGV0ZSI6bnVsbCwiUG9zaXRpb24iOnsiUmF0aW8iOjAuMDg0MDYyNTYyMTY1NDM2OTIyLCJJc0N1c3RvbSI6dHJ1ZX0sIkRhdGVGb3JtYXQiOnsiJHJlZiI6IjgzIn0sIlJlbGF0ZWRUYXNrSWQiOiIwMDAwMDAwMC0wMDAwLTAwMDAtMDAwMC0wMDAwMDAwMDAwMDAiLCJJZCI6ImE1NGJjODI3LWIwNTEtNDZkMS04YjU1LTlmNjE4NzIzZTJiNCIsIkltcG9ydElkIjpudWxsLCJUaXRsZSI6Ik1pbGVzdG9uZSAzIiwiTm90ZSI6bnVsbCwiSHlwZXJsaW5rIjp7IiRpZCI6IjIyOCIsIkFkZHJlc3MiOiIiLCJTdWJBZGRyZXNzIjoiIn0sIklzQ2hhbmdlZCI6ZmFsc2UsIklzTmV3Ijp0cnVlfSx7IiRpZCI6IjIyOSIsIkRhdGUiOiIyMDIwLTA4LTEyVDIzOjU5OjAwWiIsIlN0eWxlIjp7IiRpZCI6IjIzMCIsIlNoYXBlIjo4LCJDb25uZWN0b3JNYXJnaW4iOnsiJHJlZiI6IjU2In0sIkNvbm5lY3RvclN0eWxlIjp7IiRpZCI6IjIzMSIsIkxpbmVDb2xvciI6eyIkaWQiOiIyMzIiLCIkdHlwZSI6Ik5MUkUuQ29tbW9uLkRvbS5Tb2xpZENvbG9yQnJ1c2gsIE5MUkUuQ29tbW9uIiwiQ29sb3IiOnsiJGlkIjoiMjMzIiwiQSI6MjU1LCJSIjoyMjAsIkciOjg5LCJCIjozNn19LCJMaW5lV2VpZ2h0IjoxLjAsIkxpbmVUeXBlIjowLCJQYXJlbnRTdHlsZSI6eyIkcmVmIjoiNTcifX0sIklzQmVsb3dUaW1lYmFuZCI6ZmFsc2UsIlBvc2l0aW9uT25UYXNrIjowLCJIaWRlRGF0ZSI6ZmFsc2UsIlNoYXBlU2l6ZSI6MSwiU3BhY2luZyI6MC4wLCJQYWRkaW5nIjp7IiRpZCI6IjIzNCIsIlRvcCI6MCwiTGVmdCI6MCwiUmlnaHQiOjAsIkJvdHRvbSI6MH0sIlNoYXBlU3R5bGUiOnsiJGlkIjoiMjM1IiwiTWFyZ2luIjp7IiRyZWYiOiI2MiJ9LCJQYWRkaW5nIjp7IiRyZWYiOiI2MyJ9LCJCYWNrZ3JvdW5kIjp7IiRpZCI6IjIzNiIsIkNvbG9yIjp7IiRpZCI6IjIzNyIsIkEiOjI1NSwiUiI6MjIwLCJHIjo4OSwiQiI6MzZ9fSwiSXNWaXNpYmxlIjp0cnVlLCJXaWR0aCI6MTguMCwiSGVpZ2h0IjoyMC4wLCJCb3JkZXJTdHlsZSI6eyIkaWQiOiIyMzgiLCJMaW5lQ29sb3IiOnsiJHJlZiI6IjY3In0sIkxpbmVXZWlnaHQiOjAuMCwiTGluZVR5cGUiOjAsIlBhcmVudFN0eWxlIjp7IiRyZWYiOiI2NiJ9fSwiUGFyZW50U3R5bGUiOnsiJHJlZiI6IjYxIn19LCJUaXRsZVN0eWxlIjp7IiRpZCI6IjIzOSIsIkZvbnRTZXR0aW5ncyI6eyIkaWQiOiIyNDAiLCJGb250U2l6ZSI6MTAsIkZvbnROYW1lIjoiQ2FsaWJyaSIsIklzQm9sZCI6dHJ1ZSwiSXNJdGFsaWMiOmZhbHNlLCJJc1VuZGVybGluZWQiOmZhbHNlLCJQYXJlbnRTdHlsZSI6eyIkcmVmIjoiNzAifX0sIkF1dG9TaXplIjowLCJGb3JlZ3JvdW5kIjp7IiRpZCI6IjI0MSIsIkNvbG9yIjp7IiRpZCI6IjI0MiIsIkEiOjI1NSwiUiI6MjEwLCJHIjo3MSwiQiI6Mzh9fSwiTWF4V2lkdGgiOjUxLjYyNDk2MTg1MzAyNzM0NCwiTWF4SGVpZ2h0IjoiSW5maW5pdHkiLCJTbWFydEZvcmVncm91bmRJc0FjdGl2ZSI6ZmFsc2UsIkhvcml6b250YWxBbGlnbm1lbnQiOjEsIlZlcnRpY2FsQWxpZ25tZW50IjowLCJTbWFydEZvcmVncm91bmQiOm51bGwsIkJhY2tncm91bmRGaWxsVHlwZSI6MCwiTWFyZ2luIjp7IiRyZWYiOiI3MyJ9LCJQYWRkaW5nIjp7IiRyZWYiOiI3NCJ9LCJCYWNrZ3JvdW5kIjp7IiRyZWYiOiI3NSJ9LCJJc1Zpc2libGUiOnRydWUsIldpZHRoIjowLjAsIkhlaWdodCI6MC4wLCJCb3JkZXJTdHlsZSI6eyIkaWQiOiIyNDMiLCJMaW5lQ29sb3IiOm51bGwsIkxpbmVXZWlnaHQiOjAuMCwiTGluZVR5cGUiOjAsIlBhcmVudFN0eWxlIjpudWxsfSwiUGFyZW50U3R5bGUiOnsiJHJlZiI6IjY5In19LCJEYXRlU3R5bGUiOnsiJGlkIjoiMjQ0IiwiRm9udFNldHRpbmdzIjp7IiRpZCI6IjI0NSIsIkZvbnRTaXplIjoxMCwiRm9udE5hbWUiOiJDYWxpYnJpIiwiSXNCb2xkIjpmYWxzZSwiSXNJdGFsaWMiOmZhbHNlLCJJc1VuZGVybGluZWQiOmZhbHNlLCJQYXJlbnRTdHlsZSI6eyIkcmVmIjoiNzcifX0sIkF1dG9TaXplIjowLCJGb3JlZ3JvdW5kIjp7IiRpZCI6IjI0NiIsIkNvbG9yIjp7IiRpZCI6IjI0NyIsIkEiOjI1NSwiUiI6MTI3LCJHIjoxMjcsIkIiOjEyN319LCJNYXhXaWR0aCI6MjAwLjAsIk1heEhlaWdodCI6IkluZmluaXR5IiwiU21hcnRGb3JlZ3JvdW5kSXNBY3RpdmUiOmZhbHNlLCJIb3Jpem9udGFsQWxpZ25tZW50IjoxLCJWZXJ0aWNhbEFsaWdubWVudCI6MCwiU21hcnRGb3JlZ3JvdW5kIjpudWxsLCJCYWNrZ3JvdW5kRmlsbFR5cGUiOjAsIk1hcmdpbiI6eyIkcmVmIjoiODAifSwiUGFkZGluZyI6eyIkcmVmIjoiODEifSwiQmFja2dyb3VuZCI6eyIkcmVmIjoiODIifSwiSXNWaXNpYmxlIjp0cnVlLCJXaWR0aCI6MC4wLCJIZWlnaHQiOjAuMCwiQm9yZGVyU3R5bGUiOnsiJGlkIjoiMjQ4IiwiTGluZUNvbG9yIjpudWxsLCJMaW5lV2VpZ2h0IjowLjAsIkxpbmVUeXBlIjowLCJQYXJlbnRTdHlsZSI6bnVsbH0sIlBhcmVudFN0eWxlIjp7IiRyZWYiOiI3NiJ9fSwiRGF0ZUZvcm1hdCI6eyIkcmVmIjoiODMifSwiSXNWaXNpYmxlIjp0cnVlLCJQYXJlbnRTdHlsZSI6eyIkcmVmIjoiNTUifX0sIkluZGV4IjozLCJQZXJjZW50YWdlQ29tcGxldGUiOm51bGwsIlBvc2l0aW9uIjp7IlJhdGlvIjowLjE0Njc1MDM1ODI5ODk3Mjc5LCJJc0N1c3RvbSI6dHJ1ZX0sIkRhdGVGb3JtYXQiOnsiJHJlZiI6IjgzIn0sIlJlbGF0ZWRUYXNrSWQiOiIwMDAwMDAwMC0wMDAwLTAwMDAtMDAwMC0wMDAwMDAwMDAwMDAiLCJJZCI6IjkzYWZiNTU0LTU1MmEtNDIyMS1hNTM4LTBmNzkxOTQwOWFhNyIsIkltcG9ydElkIjpudWxsLCJUaXRsZSI6Ik1pbGVzdG9uZSA0IiwiTm90ZSI6bnVsbCwiSHlwZXJsaW5rIjp7IiRpZCI6IjI0OSIsIkFkZHJlc3MiOiIiLCJTdWJBZGRyZXNzIjoiIn0sIklzQ2hhbmdlZCI6ZmFsc2UsIklzTmV3Ijp0cnVlfSx7IiRpZCI6IjI1MCIsIkRhdGUiOiIyMDIwLTExLTA3VDIzOjU5OjAwIiwiU3R5bGUiOnsiJGlkIjoiMjUxIiwiU2hhcGUiOjE0LCJDb25uZWN0b3JNYXJnaW4iOnsiJHJlZiI6IjU2In0sIkNvbm5lY3RvclN0eWxlIjp7IiRpZCI6IjI1MiIsIkxpbmVDb2xvciI6eyIkaWQiOiIyNTMiLCIkdHlwZSI6Ik5MUkUuQ29tbW9uLkRvbS5Tb2xpZENvbG9yQnJ1c2gsIE5MUkUuQ29tbW9uIiwiQ29sb3IiOnsiJGlkIjoiMjU0IiwiQSI6MjU1LCJSIjoyNTUsIkciOjE5MiwiQiI6MH19LCJMaW5lV2VpZ2h0IjoxLjAsIkxpbmVUeXBlIjowLCJQYXJlbnRTdHlsZSI6eyIkcmVmIjoiNTcifX0sIklzQmVsb3dUaW1lYmFuZCI6ZmFsc2UsIlBvc2l0aW9uT25UYXNrIjowLCJIaWRlRGF0ZSI6ZmFsc2UsIlNoYXBlU2l6ZSI6MSwiU3BhY2luZyI6MC4wLCJQYWRkaW5nIjp7IiRpZCI6IjI1NSIsIlRvcCI6MCwiTGVmdCI6MCwiUmlnaHQiOjAsIkJvdHRvbSI6MH0sIlNoYXBlU3R5bGUiOnsiJGlkIjoiMjU2IiwiTWFyZ2luIjp7IiRyZWYiOiI2MiJ9LCJQYWRkaW5nIjp7IiRyZWYiOiI2MyJ9LCJCYWNrZ3JvdW5kIjp7IiRpZCI6IjI1NyIsIkNvbG9yIjp7IiRpZCI6IjI1OCIsIkEiOjI1NSwiUiI6MjU1LCJHIjoxOTIsIkIiOjB9fSwiSXNWaXNpYmxlIjp0cnVlLCJXaWR0aCI6MTguMCwiSGVpZ2h0IjoyMC4wLCJCb3JkZXJTdHlsZSI6eyIkaWQiOiIyNTkiLCJMaW5lQ29sb3IiOnsiJHJlZiI6IjY3In0sIkxpbmVXZWlnaHQiOjAuMCwiTGluZVR5cGUiOjAsIlBhcmVudFN0eWxlIjp7IiRyZWYiOiI2NiJ9fSwiUGFyZW50U3R5bGUiOnsiJHJlZiI6IjYxIn19LCJUaXRsZVN0eWxlIjp7IiRpZCI6IjI2MCIsIkZvbnRTZXR0aW5ncyI6eyIkaWQiOiIyNjEiLCJGb250U2l6ZSI6MTAsIkZvbnROYW1lIjoiQ2FsaWJyaSIsIklzQm9sZCI6dHJ1ZSwiSXNJdGFsaWMiOmZhbHNlLCJJc1VuZGVybGluZWQiOmZhbHNlLCJQYXJlbnRTdHlsZSI6eyIkcmVmIjoiNzAifX0sIkF1dG9TaXplIjowLCJGb3JlZ3JvdW5kIjp7IiRpZCI6IjI2MiIsIkNvbG9yIjp7IiRpZCI6IjI2MyIsIkEiOjI1NSwiUiI6MjU1LCJHIjoxNTMsIkIiOjB9fSwiTWF4V2lkdGgiOjUxLjYyNTAzODE0Njk3MjY1NiwiTWF4SGVpZ2h0IjoiSW5maW5pdHkiLCJTbWFydEZvcmVncm91bmRJc0FjdGl2ZSI6ZmFsc2UsIkhvcml6b250YWxBbGlnbm1lbnQiOjEsIlZlcnRpY2FsQWxpZ25tZW50IjowLCJTbWFydEZvcmVncm91bmQiOm51bGwsIkJhY2tncm91bmRGaWxsVHlwZSI6MCwiTWFyZ2luIjp7IiRyZWYiOiI3MyJ9LCJQYWRkaW5nIjp7IiRyZWYiOiI3NCJ9LCJCYWNrZ3JvdW5kIjp7IiRyZWYiOiI3NSJ9LCJJc1Zpc2libGUiOnRydWUsIldpZHRoIjowLjAsIkhlaWdodCI6MC4wLCJCb3JkZXJTdHlsZSI6eyIkaWQiOiIyNjQiLCJMaW5lQ29sb3IiOm51bGwsIkxpbmVXZWlnaHQiOjAuMCwiTGluZVR5cGUiOjAsIlBhcmVudFN0eWxlIjpudWxsfSwiUGFyZW50U3R5bGUiOnsiJHJlZiI6IjY5In19LCJEYXRlU3R5bGUiOnsiJGlkIjoiMjY1IiwiRm9udFNldHRpbmdzIjp7IiRpZCI6IjI2NiIsIkZvbnRTaXplIjo4LCJGb250TmFtZSI6IkNhbGlicmkiLCJJc0JvbGQiOmZhbHNlLCJJc0l0YWxpYyI6ZmFsc2UsIklzVW5kZXJsaW5lZCI6ZmFsc2UsIlBhcmVudFN0eWxlIjp7IiRyZWYiOiI3NyJ9fSwiQXV0b1NpemUiOjAsIkZvcmVncm91bmQiOnsiJHJlZiI6Ijc4In0sIk1heFdpZHRoIjoyMDAuMCwiTWF4SGVpZ2h0IjoiSW5maW5pdHkiLCJTbWFydEZvcmVncm91bmRJc0FjdGl2ZSI6ZmFsc2UsIkhvcml6b250YWxBbGlnbm1lbnQiOjAsIlZlcnRpY2FsQWxpZ25tZW50IjowLCJTbWFydEZvcmVncm91bmQiOm51bGwsIkJhY2tncm91bmRGaWxsVHlwZSI6MCwiTWFyZ2luIjp7IiRyZWYiOiI4MCJ9LCJQYWRkaW5nIjp7IiRyZWYiOiI4MSJ9LCJCYWNrZ3JvdW5kIjp7IiRyZWYiOiI4MiJ9LCJJc1Zpc2libGUiOmZhbHNlLCJXaWR0aCI6MC4wLCJIZWlnaHQiOjAuMCwiQm9yZGVyU3R5bGUiOnsiJGlkIjoiMjY3IiwiTGluZUNvbG9yIjpudWxsLCJMaW5lV2VpZ2h0IjowLjAsIkxpbmVUeXBlIjowLCJQYXJlbnRTdHlsZSI6bnVsbH0sIlBhcmVudFN0eWxlIjp7IiRyZWYiOiI3NiJ9fSwiRGF0ZUZvcm1hdCI6eyIkcmVmIjoiODMifSwiSXNWaXNpYmxlIjp0cnVlLCJQYXJlbnRTdHlsZSI6eyIkcmVmIjoiNTUifX0sIkluZGV4Ijo0LCJQZXJjZW50YWdlQ29tcGxldGUiOm51bGwsIlBvc2l0aW9uIjp7IlJhdGlvIjowLjEwMTEzNTMxMDQyMDI4MzU2LCJJc0N1c3RvbSI6dHJ1ZX0sIkRhdGVGb3JtYXQiOnsiJHJlZiI6IjgzIn0sIlJlbGF0ZWRUYXNrSWQiOiIwMDAwMDAwMC0wMDAwLTAwMDAtMDAwMC0wMDAwMDAwMDAwMDAiLCJJZCI6IjZhMjgzYjM2LTczNzUtNDE1Yi05MmIwLWU1ZmM0ZTE2YTBjYyIsIkltcG9ydElkIjpudWxsLCJUaXRsZSI6Ik1pbGVzdG9uZSA1IiwiTm90ZSI6bnVsbCwiSHlwZXJsaW5rIjp7IiRpZCI6IjI2OCIsIkFkZHJlc3MiOiIiLCJTdWJBZGRyZXNzIjoiIn0sIklzQ2hhbmdlZCI6ZmFsc2UsIklzTmV3Ijp0cnVlfSx7IiRpZCI6IjI2OSIsIkRhdGUiOiIyMDIwLTEyLTIwVDIzOjU5OjAwIiwiU3R5bGUiOnsiJGlkIjoiMjcwIiwiU2hhcGUiOjgsIkNvbm5lY3Rvck1hcmdpbiI6eyIkcmVmIjoiNTYifSwiQ29ubmVjdG9yU3R5bGUiOnsiJGlkIjoiMjcxIiwiTGluZUNvbG9yIjp7IiRpZCI6IjI3MiIsIiR0eXBlIjoiTkxSRS5Db21tb24uRG9tLlNvbGlkQ29sb3JCcnVzaCwgTkxSRS5Db21tb24iLCJDb2xvciI6eyIkaWQiOiIyNzMiLCJBIjoyNTUsIlIiOjk4LCJHIjoxODEsIkIiOjEyM319LCJMaW5lV2VpZ2h0IjoxLjAsIkxpbmVUeXBlIjowLCJQYXJlbnRTdHlsZSI6eyIkcmVmIjoiNTcifX0sIklzQmVsb3dUaW1lYmFuZCI6ZmFsc2UsIlBvc2l0aW9uT25UYXNrIjowLCJIaWRlRGF0ZSI6ZmFsc2UsIlNoYXBlU2l6ZSI6MSwiU3BhY2luZyI6MC4wLCJQYWRkaW5nIjp7IiRpZCI6IjI3NCIsIlRvcCI6MCwiTGVmdCI6MCwiUmlnaHQiOjAsIkJvdHRvbSI6MH0sIlNoYXBlU3R5bGUiOnsiJGlkIjoiMjc1IiwiTWFyZ2luIjp7IiRyZWYiOiI2MiJ9LCJQYWRkaW5nIjp7IiRyZWYiOiI2MyJ9LCJCYWNrZ3JvdW5kIjp7IiRpZCI6IjI3NiIsIkNvbG9yIjp7IiRpZCI6IjI3NyIsIkEiOjI1NSwiUiI6OTgsIkciOjE4MSwiQiI6MTIzfX0sIklzVmlzaWJsZSI6dHJ1ZSwiV2lkdGgiOjE4LjAsIkhlaWdodCI6MjAuMCwiQm9yZGVyU3R5bGUiOnsiJGlkIjoiMjc4IiwiTGluZUNvbG9yIjp7IiRyZWYiOiI2NyJ9LCJMaW5lV2VpZ2h0IjowLjAsIkxpbmVUeXBlIjowLCJQYXJlbnRTdHlsZSI6eyIkcmVmIjoiNjYifX0sIlBhcmVudFN0eWxlIjp7IiRyZWYiOiI2MSJ9fSwiVGl0bGVTdHlsZSI6eyIkaWQiOiIyNzkiLCJGb250U2V0dGluZ3MiOnsiJGlkIjoiMjgwIiwiRm9udFNpemUiOjEwLCJGb250TmFtZSI6IkNhbGlicmkiLCJJc0JvbGQiOnRydWUsIklzSXRhbGljIjpmYWxzZSwiSXNVbmRlcmxpbmVkIjpmYWxzZSwiUGFyZW50U3R5bGUiOnsiJHJlZiI6IjcwIn19LCJBdXRvU2l6ZSI6MCwiRm9yZWdyb3VuZCI6eyIkaWQiOiIyODEiLCJDb2xvciI6eyIkaWQiOiIyODIiLCJBIjoyNTUsIlIiOjcyLCJHIjoxNTQsIkIiOjk3fX0sIk1heFdpZHRoIjo1MS42MjUwMzgxNDY5NzI2NTYsIk1heEhlaWdodCI6IkluZmluaXR5IiwiU21hcnRGb3JlZ3JvdW5kSXNBY3RpdmUiOmZhbHNlLCJIb3Jpem9udGFsQWxpZ25tZW50IjoxLCJWZXJ0aWNhbEFsaWdubWVudCI6MCwiU21hcnRGb3JlZ3JvdW5kIjpudWxsLCJCYWNrZ3JvdW5kRmlsbFR5cGUiOjAsIk1hcmdpbiI6eyIkcmVmIjoiNzMifSwiUGFkZGluZyI6eyIkcmVmIjoiNzQifSwiQmFja2dyb3VuZCI6eyIkcmVmIjoiNzUifSwiSXNWaXNpYmxlIjp0cnVlLCJXaWR0aCI6MC4wLCJIZWlnaHQiOjAuMCwiQm9yZGVyU3R5bGUiOnsiJGlkIjoiMjgzIiwiTGluZUNvbG9yIjpudWxsLCJMaW5lV2VpZ2h0IjowLjAsIkxpbmVUeXBlIjowLCJQYXJlbnRTdHlsZSI6bnVsbH0sIlBhcmVudFN0eWxlIjp7IiRyZWYiOiI2OSJ9fSwiRGF0ZVN0eWxlIjp7IiRpZCI6IjI4NCIsIkZvbnRTZXR0aW5ncyI6eyIkaWQiOiIyODUiLCJGb250U2l6ZSI6OCwiRm9udE5hbWUiOiJDYWxpYnJpIiwiSXNCb2xkIjpmYWxzZSwiSXNJdGFsaWMiOmZhbHNlLCJJc1VuZGVybGluZWQiOmZhbHNlLCJQYXJlbnRTdHlsZSI6eyIkcmVmIjoiNzcifX0sIkF1dG9TaXplIjowLCJGb3JlZ3JvdW5kIjp7IiRyZWYiOiI3OCJ9LCJNYXhXaWR0aCI6MjAwLjAsIk1heEhlaWdodCI6IkluZmluaXR5IiwiU21hcnRGb3JlZ3JvdW5kSXNBY3RpdmUiOmZhbHNlLCJIb3Jpem9udGFsQWxpZ25tZW50IjowLCJWZXJ0aWNhbEFsaWdubWVudCI6MCwiU21hcnRGb3JlZ3JvdW5kIjpudWxsLCJCYWNrZ3JvdW5kRmlsbFR5cGUiOjAsIk1hcmdpbiI6eyIkcmVmIjoiODAifSwiUGFkZGluZyI6eyIkcmVmIjoiODEifSwiQmFja2dyb3VuZCI6eyIkcmVmIjoiODIifSwiSXNWaXNpYmxlIjpmYWxzZSwiV2lkdGgiOjAuMCwiSGVpZ2h0IjowLjAsIkJvcmRlclN0eWxlIjp7IiRpZCI6IjI4NiIsIkxpbmVDb2xvciI6bnVsbCwiTGluZVdlaWdodCI6MC4wLCJMaW5lVHlwZSI6MCwiUGFyZW50U3R5bGUiOm51bGx9LCJQYXJlbnRTdHlsZSI6eyIkcmVmIjoiNzYifX0sIkRhdGVGb3JtYXQiOnsiJHJlZiI6IjgzIn0sIklzVmlzaWJsZSI6dHJ1ZSwiUGFyZW50U3R5bGUiOnsiJHJlZiI6IjU1In19LCJJbmRleCI6NSwiUGVyY2VudGFnZUNvbXBsZXRlIjpudWxsLCJQb3NpdGlvbiI6eyJSYXRpbyI6MC4wNTg2OTIxOTc0NDY0Njk5MDQsIklzQ3VzdG9tIjp0cnVlfSwiRGF0ZUZvcm1hdCI6eyIkcmVmIjoiODMifSwiUmVsYXRlZFRhc2tJZCI6IjAwMDAwMDAwLTAwMDAtMDAwMC0wMDAwLTAwMDAwMDAwMDAwMCIsIklkIjoiN2IwOTk2NDYtNGZmZC00Y2QzLWEzYjMtODNhYjFiYTIyNDM4IiwiSW1wb3J0SWQiOm51bGwsIlRpdGxlIjoiTWlsZXN0b25lIDYiLCJOb3RlIjpudWxsLCJIeXBlcmxpbmsiOnsiJGlkIjoiMjg3IiwiQWRkcmVzcyI6IiIsIlN1YkFkZHJlc3MiOiIifSwiSXNDaGFuZ2VkIjpmYWxzZSwiSXNOZXciOnRydWV9LHsiJGlkIjoiMjg4IiwiRGF0ZSI6IjIwMjEtMDEtMzBUMjM6NTk6MDBaIiwiU3R5bGUiOnsiJGlkIjoiMjg5IiwiU2hhcGUiOjEzLCJDb25uZWN0b3JNYXJnaW4iOnsiJHJlZiI6IjU2In0sIkNvbm5lY3RvclN0eWxlIjp7IiRpZCI6IjI5MCIsIkxpbmVDb2xvciI6eyIkaWQiOiIyOTEiLCIkdHlwZSI6Ik5MUkUuQ29tbW9uLkRvbS5Tb2xpZENvbG9yQnJ1c2gsIE5MUkUuQ29tbW9uIiwiQ29sb3IiOnsiJGlkIjoiMjkyIiwiQSI6MjU1LCJSIjo5OCwiRyI6MTgxLCJCIjoxMjN9fSwiTGluZVdlaWdodCI6MS4wLCJMaW5lVHlwZSI6MCwiUGFyZW50U3R5bGUiOnsiJHJlZiI6IjU3In19LCJJc0JlbG93VGltZWJhbmQiOmZhbHNlLCJQb3NpdGlvbk9uVGFzayI6MCwiSGlkZURhdGUiOmZhbHNlLCJTaGFwZVNpemUiOjIsIlNwYWNpbmciOjAuMCwiUGFkZGluZyI6eyIkaWQiOiIyOTMiLCJUb3AiOjAsIkxlZnQiOjAsIlJpZ2h0IjowLCJCb3R0b20iOjB9LCJTaGFwZVN0eWxlIjp7IiRpZCI6IjI5NCIsIk1hcmdpbiI6eyIkcmVmIjoiNjIifSwiUGFkZGluZyI6eyIkcmVmIjoiNjMifSwiQmFja2dyb3VuZCI6eyIkaWQiOiIyOTUiLCJDb2xvciI6eyIkaWQiOiIyOTYiLCJBIjoyNTUsIlIiOjk4LCJHIjoxODEsIkIiOjEyM319LCJJc1Zpc2libGUiOnRydWUsIldpZHRoIjoyNC4wLCJIZWlnaHQiOjI2LjAsIkJvcmRlclN0eWxlIjp7IiRpZCI6IjI5NyIsIkxpbmVDb2xvciI6eyIkcmVmIjoiNjcifSwiTGluZVdlaWdodCI6MC4wLCJMaW5lVHlwZSI6MCwiUGFyZW50U3R5bGUiOnsiJHJlZiI6IjY2In19LCJQYXJlbnRTdHlsZSI6eyIkcmVmIjoiNjEifX0sIlRpdGxlU3R5bGUiOnsiJGlkIjoiMjk4IiwiRm9udFNldHRpbmdzIjp7IiRpZCI6IjI5OSIsIkZvbnRTaXplIjoxMCwiRm9udE5hbWUiOiJDYWxpYnJpIiwiSXNCb2xkIjp0cnVlLCJJc0l0YWxpYyI6ZmFsc2UsIklzVW5kZXJsaW5lZCI6ZmFsc2UsIlBhcmVudFN0eWxlIjp7IiRyZWYiOiI3MCJ9fSwiQXV0b1NpemUiOjAsIkZvcmVncm91bmQiOnsiJGlkIjoiMzAwIiwiQ29sb3IiOnsiJGlkIjoiMzAxIiwiQSI6MjU1LCJSIjo3MiwiRyI6MTU0LCJCIjo5N319LCJNYXhXaWR0aCI6NTEuNjI1MDM4MTQ2OTcyNjU2LCJNYXhIZWlnaHQiOiJJbmZpbml0eSIsIlNtYXJ0Rm9yZWdyb3VuZElzQWN0aXZlIjpmYWxzZSwiSG9yaXpvbnRhbEFsaWdubWVudCI6MSwiVmVydGljYWxBbGlnbm1lbnQiOjAsIlNtYXJ0Rm9yZWdyb3VuZCI6bnVsbCwiQmFja2dyb3VuZEZpbGxUeXBlIjowLCJNYXJnaW4iOnsiJHJlZiI6IjczIn0sIlBhZGRpbmciOnsiJHJlZiI6Ijc0In0sIkJhY2tncm91bmQiOnsiJHJlZiI6Ijc1In0sIklzVmlzaWJsZSI6dHJ1ZSwiV2lkdGgiOjAuMCwiSGVpZ2h0IjowLjAsIkJvcmRlclN0eWxlIjp7IiRpZCI6IjMwMiIsIkxpbmVDb2xvciI6bnVsbCwiTGluZVdlaWdodCI6MC4wLCJMaW5lVHlwZSI6MCwiUGFyZW50U3R5bGUiOm51bGx9LCJQYXJlbnRTdHlsZSI6eyIkcmVmIjoiNjkifX0sIkRhdGVTdHlsZSI6eyIkaWQiOiIzMDMiLCJGb250U2V0dGluZ3MiOnsiJGlkIjoiMzA0IiwiRm9udFNpemUiOjEwLCJGb250TmFtZSI6IkNhbGlicmkiLCJJc0JvbGQiOmZhbHNlLCJJc0l0YWxpYyI6ZmFsc2UsIklzVW5kZXJsaW5lZCI6ZmFsc2UsIlBhcmVudFN0eWxlIjp7IiRyZWYiOiI3NyJ9fSwiQXV0b1NpemUiOjAsIkZvcmVncm91bmQiOnsiJGlkIjoiMzA1IiwiQ29sb3IiOnsiJGlkIjoiMzA2IiwiQSI6MjU1LCJSIjoxMjcsIkciOjEyNywiQiI6MTI3fX0sIk1heFdpZHRoIjoyMDAuMCwiTWF4SGVpZ2h0IjoiSW5maW5pdHkiLCJTbWFydEZvcmVncm91bmRJc0FjdGl2ZSI6ZmFsc2UsIkhvcml6b250YWxBbGlnbm1lbnQiOjEsIlZlcnRpY2FsQWxpZ25tZW50IjowLCJTbWFydEZvcmVncm91bmQiOm51bGwsIkJhY2tncm91bmRGaWxsVHlwZSI6MCwiTWFyZ2luIjp7IiRyZWYiOiI4MCJ9LCJQYWRkaW5nIjp7IiRyZWYiOiI4MSJ9LCJCYWNrZ3JvdW5kIjp7IiRyZWYiOiI4MiJ9LCJJc1Zpc2libGUiOnRydWUsIldpZHRoIjowLjAsIkhlaWdodCI6MC4wLCJCb3JkZXJTdHlsZSI6eyIkaWQiOiIzMDciLCJMaW5lQ29sb3IiOm51bGwsIkxpbmVXZWlnaHQiOjAuMCwiTGluZVR5cGUiOjAsIlBhcmVudFN0eWxlIjpudWxsfSwiUGFyZW50U3R5bGUiOnsiJHJlZiI6Ijc2In19LCJEYXRlRm9ybWF0Ijp7IiRyZWYiOiI4MyJ9LCJJc1Zpc2libGUiOnRydWUsIlBhcmVudFN0eWxlIjp7IiRyZWYiOiI1NSJ9fSwiSW5kZXgiOjYsIlBlcmNlbnRhZ2VDb21wbGV0ZSI6bnVsbCwiUG9zaXRpb24iOnsiUmF0aW8iOjAuMDkxNzY1MjI3MTQxMjAzNywiSXNDdXN0b20iOnRydWV9LCJEYXRlRm9ybWF0Ijp7IiRyZWYiOiI4MyJ9LCJSZWxhdGVkVGFza0lkIjoiMDAwMDAwMDAtMDAwMC0wMDAwLTAwMDAtMDAwMDAwMDAwMDAwIiwiSWQiOiI3ZjU4M2RlMC04NTRhLTRjYWMtYjg5OC0zN2YzYTM3OWJiNGEiLCJJbXBvcnRJZCI6bnVsbCwiVGl0bGUiOiJNaWxlc3RvbmUgNyIsIk5vdGUiOm51bGwsIkh5cGVybGluayI6eyIkaWQiOiIzMDgiLCJBZGRyZXNzIjoiIiwiU3ViQWRkcmVzcyI6IiJ9LCJJc0NoYW5nZWQiOmZhbHNlLCJJc05ldyI6dHJ1ZX1dLCJUYXNrcyI6W3siJGlkIjoiMzA5IiwiR3JvdXBOYW1lIjpudWxsLCJTdGFydERhdGUiOiIyMDIwLTA3LTI1VDAwOjAwOjAwWiIsIkVuZERhdGUiOiIyMDIwLTA4LTAxVDIzOjU5OjAwWiIsIlBlcmNlbnRhZ2VDb21wbGV0ZSI6bnVsbCwiU3R5bGUiOnsiJGlkIjoiMzEwIiwiU2hhcGUiOjIsIlNoYXBlVGhpY2tuZXNzIjoxLCJEdXJhdGlvbkZvcm1hdCI6MCwiSW5jbHVkZU5vbldvcmtpbmdEYXlzSW5EdXJhdGlvbiI6ZmFsc2UsIlBlcmNlbnRhZ2VDb21wbGV0ZVN0eWxlIjp7IiRpZCI6IjMxMSIsIkZvbnRTZXR0aW5ncyI6eyIkaWQiOiIzMTIiLCJGb250U2l6ZSI6MTAsIkZvbnROYW1lIjoiQ2FsaWJyaSIsIklzQm9sZCI6ZmFsc2UsIklzSXRhbGljIjpmYWxzZSwiSXNVbmRlcmxpbmVkIjpmYWxzZSwiUGFyZW50U3R5bGUiOnsiJHJlZiI6Ijg3In19LCJBdXRvU2l6ZSI6MCwiRm9yZWdyb3VuZCI6eyIkcmVmIjoiODgi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MxMyIsIkxpbmVDb2xvciI6bnVsbCwiTGluZVdlaWdodCI6MC4wLCJMaW5lVHlwZSI6MCwiUGFyZW50U3R5bGUiOm51bGx9LCJQYXJlbnRTdHlsZSI6eyIkcmVmIjoiODYifX0sIkR1cmF0aW9uU3R5bGUiOnsiJGlkIjoiMzE0IiwiRm9udFNldHRpbmdzIjp7IiRpZCI6IjMxNSIsIkZvbnRTaXplIjoxMCwiRm9udE5hbWUiOiJDYWxpYnJpIiwiSXNCb2xkIjpmYWxzZSwiSXNJdGFsaWMiOmZhbHNlLCJJc1VuZGVybGluZWQiOmZhbHNlLCJQYXJlbnRTdHlsZSI6eyIkcmVmIjoiOTQifX0sIkF1dG9TaXplIjowLCJGb3JlZ3JvdW5kIjp7IiRpZCI6IjMxNiIsIkNvbG9yIjp7IiRpZCI6IjMxNy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MxOCIsIkxpbmVDb2xvciI6bnVsbCwiTGluZVdlaWdodCI6MC4wLCJMaW5lVHlwZSI6MCwiUGFyZW50U3R5bGUiOm51bGx9LCJQYXJlbnRTdHlsZSI6eyIkcmVmIjoiOTMifX0sIkhvcml6b250YWxDb25uZWN0b3JTdHlsZSI6eyIkaWQiOiIzMTkiLCJMaW5lQ29sb3IiOnsiJHJlZiI6IjEwMSJ9LCJMaW5lV2VpZ2h0IjowLjAsIkxpbmVUeXBlIjowLCJQYXJlbnRTdHlsZSI6eyIkcmVmIjoiMTAwIn19LCJWZXJ0aWNhbENvbm5lY3RvclN0eWxlIjp7IiRpZCI6IjMyMCIsIkxpbmVDb2xvciI6eyIkcmVmIjoiMTA0In0sIkxpbmVXZWlnaHQiOjAuMCwiTGluZVR5cGUiOjAsIlBhcmVudFN0eWxlIjp7IiRyZWYiOiIxMDMifX0sIk1hcmdpbiI6bnVsbCwiU3RhcnREYXRlUG9zaXRpb24iOjQsIkVuZERhdGVQb3NpdGlvbiI6NCwiRGF0ZUlzVmlzaWJsZSI6dHJ1ZSwiVGl0bGVQb3NpdGlvbiI6MywiRHVyYXRpb25Qb3NpdGlvbiI6NiwiUGVyY2VudGFnZUNvbXBsZXRlZFBvc2l0aW9uIjo2LCJTcGFjaW5nIjo1LCJJc0JlbG93VGltZWJhbmQiOnRydWUsIlBlcmNlbnRhZ2VDb21wbGV0ZVNoYXBlT3BhY2l0eSI6MzUsIlNoYXBlU3R5bGUiOnsiJGlkIjoiMzIxIiwiTWFyZ2luIjp7IiRyZWYiOiIxMDcifSwiUGFkZGluZyI6eyIkcmVmIjoiMTA4In0sIkJhY2tncm91bmQiOnsiJGlkIjoiMzIyIiwiQ29sb3IiOnsiJGlkIjoiMzIzIiwiQSI6MjU1LCJSIjo4LCJHIjoxMjcsIkIiOjE5NX19LCJJc1Zpc2libGUiOnRydWUsIldpZHRoIjowLjAsIkhlaWdodCI6MTYuMCwiQm9yZGVyU3R5bGUiOnsiJGlkIjoiMzI0IiwiTGluZUNvbG9yIjp7IiRpZCI6IjMyNSIsIiR0eXBlIjoiTkxSRS5Db21tb24uRG9tLlNvbGlkQ29sb3JCcnVzaCwgTkxSRS5Db21tb24iLCJDb2xvciI6eyIkaWQiOiIzMjYiLCJBIjoyNTUsIlIiOjI1NSwiRyI6MCwiQiI6MH19LCJMaW5lV2VpZ2h0IjowLjAsIkxpbmVUeXBlIjowLCJQYXJlbnRTdHlsZSI6bnVsbH0sIlBhcmVudFN0eWxlIjp7IiRyZWYiOiIxMDYifX0sIlRpdGxlU3R5bGUiOnsiJGlkIjoiMzI3IiwiRm9udFNldHRpbmdzIjp7IiRpZCI6IjMyOCIsIkZvbnRTaXplIjoxMCwiRm9udE5hbWUiOiJDYWxpYnJpIiwiSXNCb2xkIjp0cnVlLCJJc0l0YWxpYyI6ZmFsc2UsIklzVW5kZXJsaW5lZCI6ZmFsc2UsIlBhcmVudFN0eWxlIjp7IiRyZWYiOiIxMTUifX0sIkF1dG9TaXplIjowLCJGb3JlZ3JvdW5kIjp7IiRpZCI6IjMyOSIsIkNvbG9yIjp7IiRpZCI6IjMzMCIsIkEiOjI1NSwiUiI6MCwiRyI6MTEyLCJCIjoxOTJ9fSwiTWF4V2lkdGgiOjUwLjg2NzAwODIwOTIyODUxNiwiTWF4SGVpZ2h0IjoiSW5maW5pdHkiLCJTbWFydEZvcmVncm91bmRJc0FjdGl2ZSI6ZmFsc2UsIkhvcml6b250YWxBbGlnbm1lbnQiOjIsIlZlcnRpY2FsQWxpZ25tZW50IjowLCJTbWFydEZvcmVncm91bmQiOm51bGwsIkJhY2tncm91bmRGaWxsVHlwZSI6MCwiTWFyZ2luIjp7IiRyZWYiOiIxMTgifSwiUGFkZGluZyI6eyIkcmVmIjoiMTE5In0sIkJhY2tncm91bmQiOnsiJHJlZiI6IjEyMCJ9LCJJc1Zpc2libGUiOnRydWUsIldpZHRoIjowLjAsIkhlaWdodCI6MC4wLCJCb3JkZXJTdHlsZSI6eyIkaWQiOiIzMzEiLCJMaW5lQ29sb3IiOm51bGwsIkxpbmVXZWlnaHQiOjAuMCwiTGluZVR5cGUiOjAsIlBhcmVudFN0eWxlIjpudWxsfSwiUGFyZW50U3R5bGUiOnsiJHJlZiI6IjExNCJ9fSwiRGF0ZVN0eWxlIjp7IiRpZCI6IjMzMiIsIkZvbnRTZXR0aW5ncyI6eyIkaWQiOiIzMzMiLCJGb250U2l6ZSI6MTAsIkZvbnROYW1lIjoiQ2FsaWJyaSIsIklzQm9sZCI6ZmFsc2UsIklzSXRhbGljIjpmYWxzZSwiSXNVbmRlcmxpbmVkIjpmYWxzZSwiUGFyZW50U3R5bGUiOnsiJHJlZiI6IjEyMiJ9fSwiQXV0b1NpemUiOjAsIkZvcmVncm91bmQiOnsiJGlkIjoiMzM0IiwiQ29sb3IiOnsiJGlkIjoiMzM1IiwiQSI6MjU1LCJSIjoxMjcsIkciOjEyNywiQiI6MTI3fX0sIk1heFdpZHRoIjoyMDAuMCwiTWF4SGVpZ2h0IjoiSW5maW5pdHkiLCJTbWFydEZvcmVncm91bmRJc0FjdGl2ZSI6ZmFsc2UsIkhvcml6b250YWxBbGlnbm1lbnQiOjAsIlZlcnRpY2FsQWxpZ25tZW50IjowLCJTbWFydEZvcmVncm91bmQiOm51bGwsIkJhY2tncm91bmRGaWxsVHlwZSI6MCwiTWFyZ2luIjp7IiRyZWYiOiIxMjUifSwiUGFkZGluZyI6eyIkcmVmIjoiMTI2In0sIkJhY2tncm91bmQiOnsiJHJlZiI6IjEyNyJ9LCJJc1Zpc2libGUiOnRydWUsIldpZHRoIjowLjAsIkhlaWdodCI6MC4wLCJCb3JkZXJTdHlsZSI6eyIkaWQiOiIzMzYiLCJMaW5lQ29sb3IiOm51bGwsIkxpbmVXZWlnaHQiOjAuMCwiTGluZVR5cGUiOjAsIlBhcmVudFN0eWxlIjpudWxsfSwiUGFyZW50U3R5bGUiOnsiJHJlZiI6IjEyMSJ9fSwiRGF0ZUZvcm1hdCI6eyIkcmVmIjoiMTI4In0sIklzVmlzaWJsZSI6dHJ1ZSwiUGFyZW50U3R5bGUiOnsiJHJlZiI6Ijg1In19LCJJbmRleCI6NywiU21hcnREdXJhdGlvbkFjdGl2YXRlZCI6ZmFsc2UsIkRhdGVGb3JtYXQiOnsiJHJlZiI6IjEyOCJ9LCJJZCI6IjdjNTE4ZmIzLTdmMjEtNDJiYi04ZTA0LTQ1OTIwZDA0MDNiNSIsIkltcG9ydElkIjpudWxsLCJUaXRsZSI6IlRhc2sgMSBIZXJlIiwiTm90ZSI6bnVsbCwiSHlwZXJsaW5rIjp7IiRpZCI6IjMzNyIsIkFkZHJlc3MiOiIiLCJTdWJBZGRyZXNzIjoiIn0sIklzQ2hhbmdlZCI6ZmFsc2UsIklzTmV3Ijp0cnVlfSx7IiRpZCI6IjMzOCIsIkdyb3VwTmFtZSI6bnVsbCwiU3RhcnREYXRlIjoiMjAyMC0wOC0xNVQwMDowMDowMFoiLCJFbmREYXRlIjoiMjAyMC0wOS0wN1QyMzo1OTowMFoiLCJQZXJjZW50YWdlQ29tcGxldGUiOm51bGwsIlN0eWxlIjp7IiRpZCI6IjMzOSIsIlNoYXBlIjoyLCJTaGFwZVRoaWNrbmVzcyI6MSwiRHVyYXRpb25Gb3JtYXQiOjAsIkluY2x1ZGVOb25Xb3JraW5nRGF5c0luRHVyYXRpb24iOmZhbHNlLCJQZXJjZW50YWdlQ29tcGxldGVTdHlsZSI6eyIkaWQiOiIzNDAiLCJGb250U2V0dGluZ3MiOnsiJGlkIjoiMzQxIiwiRm9udFNpemUiOjEwLCJGb250TmFtZSI6IkNhbGlicmkiLCJJc0JvbGQiOmZhbHNlLCJJc0l0YWxpYyI6ZmFsc2UsIklzVW5kZXJsaW5lZCI6ZmFsc2UsIlBhcmVudFN0eWxlIjp7IiRyZWYiOiI4NyJ9fSwiQXV0b1NpemUiOjAsIkZvcmVncm91bmQiOnsiJHJlZiI6Ijg4In0sIk1heFdpZHRoIjoyMDAuMCwiTWF4SGVpZ2h0IjoiSW5maW5pdHkiLCJTbWFydEZvcmVncm91bmRJc0FjdGl2ZSI6ZmFsc2UsIkhvcml6b250YWxBbGlnbm1lbnQiOjAsIlZlcnRpY2FsQWxpZ25tZW50IjowLCJTbWFydEZvcmVncm91bmQiOm51bGwsIkJhY2tncm91bmRGaWxsVHlwZSI6MCwiTWFyZ2luIjp7IiRyZWYiOiI5MCJ9LCJQYWRkaW5nIjp7IiRyZWYiOiI5MSJ9LCJCYWNrZ3JvdW5kIjp7IiRyZWYiOiI5MiJ9LCJJc1Zpc2libGUiOnRydWUsIldpZHRoIjowLjAsIkhlaWdodCI6MC4wLCJCb3JkZXJTdHlsZSI6eyIkaWQiOiIzNDIiLCJMaW5lQ29sb3IiOm51bGwsIkxpbmVXZWlnaHQiOjAuMCwiTGluZVR5cGUiOjAsIlBhcmVudFN0eWxlIjpudWxsfSwiUGFyZW50U3R5bGUiOnsiJHJlZiI6Ijg2In19LCJEdXJhdGlvblN0eWxlIjp7IiRpZCI6IjM0MyIsIkZvbnRTZXR0aW5ncyI6eyIkaWQiOiIzNDQiLCJGb250U2l6ZSI6MTAsIkZvbnROYW1lIjoiQ2FsaWJyaSIsIklzQm9sZCI6ZmFsc2UsIklzSXRhbGljIjpmYWxzZSwiSXNVbmRlcmxpbmVkIjpmYWxzZSwiUGFyZW50U3R5bGUiOnsiJHJlZiI6Ijk0In19LCJBdXRvU2l6ZSI6MCwiRm9yZWdyb3VuZCI6eyIkaWQiOiIzNDUiLCJDb2xvciI6eyIkaWQiOiIzNDY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5NyJ9LCJQYWRkaW5nIjp7IiRyZWYiOiI5OCJ9LCJCYWNrZ3JvdW5kIjp7IiRyZWYiOiI5OSJ9LCJJc1Zpc2libGUiOnRydWUsIldpZHRoIjowLjAsIkhlaWdodCI6MC4wLCJCb3JkZXJTdHlsZSI6eyIkaWQiOiIzNDciLCJMaW5lQ29sb3IiOm51bGwsIkxpbmVXZWlnaHQiOjAuMCwiTGluZVR5cGUiOjAsIlBhcmVudFN0eWxlIjpudWxsfSwiUGFyZW50U3R5bGUiOnsiJHJlZiI6IjkzIn19LCJIb3Jpem9udGFsQ29ubmVjdG9yU3R5bGUiOnsiJGlkIjoiMzQ4IiwiTGluZUNvbG9yIjp7IiRyZWYiOiIxMDEifSwiTGluZVdlaWdodCI6MC4wLCJMaW5lVHlwZSI6MCwiUGFyZW50U3R5bGUiOnsiJHJlZiI6IjEwMCJ9fSwiVmVydGljYWxDb25uZWN0b3JTdHlsZSI6eyIkaWQiOiIzNDkiLCJMaW5lQ29sb3IiOnsiJHJlZiI6IjEwNCJ9LCJMaW5lV2VpZ2h0IjowLjAsIkxpbmVUeXBlIjowLCJQYXJlbnRTdHlsZSI6eyIkcmVmIjoiMTAzIn19LCJNYXJnaW4iOm51bGwsIlN0YXJ0RGF0ZVBvc2l0aW9uIjo0LCJFbmREYXRlUG9zaXRpb24iOjQsIkRhdGVJc1Zpc2libGUiOnRydWUsIlRpdGxlUG9zaXRpb24iOjMsIkR1cmF0aW9uUG9zaXRpb24iOjYsIlBlcmNlbnRhZ2VDb21wbGV0ZWRQb3NpdGlvbiI6NiwiU3BhY2luZyI6NSwiSXNCZWxvd1RpbWViYW5kIjp0cnVlLCJQZXJjZW50YWdlQ29tcGxldGVTaGFwZU9wYWNpdHkiOjM1LCJTaGFwZVN0eWxlIjp7IiRpZCI6IjM1MCIsIk1hcmdpbiI6eyIkcmVmIjoiMTA3In0sIlBhZGRpbmciOnsiJHJlZiI6IjEwOCJ9LCJCYWNrZ3JvdW5kIjp7IiRpZCI6IjM1MSIsIkNvbG9yIjp7IiRpZCI6IjM1MiIsIkEiOjI1NSwiUiI6MjEwLCJHIjo3MSwiQiI6Mzh9fSwiSXNWaXNpYmxlIjp0cnVlLCJXaWR0aCI6MC4wLCJIZWlnaHQiOjE2LjAsIkJvcmRlclN0eWxlIjp7IiRpZCI6IjM1MyIsIkxpbmVDb2xvciI6eyIkaWQiOiIzNTQiLCIkdHlwZSI6Ik5MUkUuQ29tbW9uLkRvbS5Tb2xpZENvbG9yQnJ1c2gsIE5MUkUuQ29tbW9uIiwiQ29sb3IiOnsiJGlkIjoiMzU1IiwiQSI6MjU1LCJSIjoyNTUsIkciOjAsIkIiOjB9fSwiTGluZVdlaWdodCI6MC4wLCJMaW5lVHlwZSI6MCwiUGFyZW50U3R5bGUiOm51bGx9LCJQYXJlbnRTdHlsZSI6eyIkcmVmIjoiMTA2In19LCJUaXRsZVN0eWxlIjp7IiRpZCI6IjM1NiIsIkZvbnRTZXR0aW5ncyI6eyIkaWQiOiIzNTciLCJGb250U2l6ZSI6MTAsIkZvbnROYW1lIjoiQ2FsaWJyaSIsIklzQm9sZCI6dHJ1ZSwiSXNJdGFsaWMiOmZhbHNlLCJJc1VuZGVybGluZWQiOmZhbHNlLCJQYXJlbnRTdHlsZSI6eyIkcmVmIjoiMTE1In19LCJBdXRvU2l6ZSI6MCwiRm9yZWdyb3VuZCI6eyIkaWQiOiIzNTgiLCJDb2xvciI6eyIkaWQiOiIzNTkiLCJBIjoyNTUsIlIiOjIxMCwiRyI6NzEsIkIiOjM4fX0sIk1heFdpZHRoIjo1MS40OTgwMzE2MTYyMTA5MzgsIk1heEhlaWdodCI6IkluZmluaXR5IiwiU21hcnRGb3JlZ3JvdW5kSXNBY3RpdmUiOmZhbHNlLCJIb3Jpem9udGFsQWxpZ25tZW50Ijoy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MzYwIiwiTGluZUNvbG9yIjpudWxsLCJMaW5lV2VpZ2h0IjowLjAsIkxpbmVUeXBlIjowLCJQYXJlbnRTdHlsZSI6bnVsbH0sIlBhcmVudFN0eWxlIjp7IiRyZWYiOiIxMTQifX0sIkRhdGVTdHlsZSI6eyIkaWQiOiIzNjEiLCJGb250U2V0dGluZ3MiOnsiJGlkIjoiMzYyIiwiRm9udFNpemUiOjEwLCJGb250TmFtZSI6IkNhbGlicmkiLCJJc0JvbGQiOmZhbHNlLCJJc0l0YWxpYyI6ZmFsc2UsIklzVW5kZXJsaW5lZCI6ZmFsc2UsIlBhcmVudFN0eWxlIjp7IiRyZWYiOiIxMjIifX0sIkF1dG9TaXplIjowLCJGb3JlZ3JvdW5kIjp7IiRpZCI6IjM2MyIsIkNvbG9yIjp7IiRpZCI6IjM2NCIsIkEiOjI1NSwiUiI6MTI3LCJHIjoxMjcsIkIiOjEy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MzY1IiwiTGluZUNvbG9yIjpudWxsLCJMaW5lV2VpZ2h0IjowLjAsIkxpbmVUeXBlIjowLCJQYXJlbnRTdHlsZSI6bnVsbH0sIlBhcmVudFN0eWxlIjp7IiRyZWYiOiIxMjEifX0sIkRhdGVGb3JtYXQiOnsiJHJlZiI6IjEyOCJ9LCJJc1Zpc2libGUiOnRydWUsIlBhcmVudFN0eWxlIjp7IiRyZWYiOiI4NSJ9fSwiSW5kZXgiOjgsIlNtYXJ0RHVyYXRpb25BY3RpdmF0ZWQiOmZhbHNlLCJEYXRlRm9ybWF0Ijp7IiRyZWYiOiIxMjgifSwiSWQiOiJiZTNhZTM4Zi02MGIzLTQwMmQtOGExMy1mMWU5MWVlYzQxZjUiLCJJbXBvcnRJZCI6bnVsbCwiVGl0bGUiOiJUYXNrIDIgSGVyZSIsIk5vdGUiOm51bGwsIkh5cGVybGluayI6eyIkaWQiOiIzNjYiLCJBZGRyZXNzIjoiIiwiU3ViQWRkcmVzcyI6IiJ9LCJJc0NoYW5nZWQiOmZhbHNlLCJJc05ldyI6dHJ1ZX0seyIkaWQiOiIzNjciLCJHcm91cE5hbWUiOm51bGwsIlN0YXJ0RGF0ZSI6IjIwMjAtMDgtMTVUMDA6MDA6MDBaIiwiRW5kRGF0ZSI6IjIwMjAtMDktMTdUMjM6NTk6MDBaIiwiUGVyY2VudGFnZUNvbXBsZXRlIjpudWxsLCJTdHlsZSI6eyIkaWQiOiIzNjgiLCJTaGFwZSI6MiwiU2hhcGVUaGlja25lc3MiOjEsIkR1cmF0aW9uRm9ybWF0IjowLCJJbmNsdWRlTm9uV29ya2luZ0RheXNJbkR1cmF0aW9uIjpmYWxzZSwiUGVyY2VudGFnZUNvbXBsZXRlU3R5bGUiOnsiJGlkIjoiMzY5IiwiRm9udFNldHRpbmdzIjp7IiRpZCI6IjM3MCIsIkZvbnRTaXplIjoxMCwiRm9udE5hbWUiOiJDYWxpYnJpIiwiSXNCb2xkIjpmYWxzZSwiSXNJdGFsaWMiOmZhbHNlLCJJc1VuZGVybGluZWQiOmZhbHNlLCJQYXJlbnRTdHlsZSI6eyIkcmVmIjoiODcifX0sIkF1dG9TaXplIjowLCJGb3JlZ3JvdW5kIjp7IiRyZWYiOiI4OCJ9LCJNYXhXaWR0aCI6MjAwLjAsIk1heEhlaWdodCI6IkluZmluaXR5IiwiU21hcnRGb3JlZ3JvdW5kSXNBY3RpdmUiOmZhbHNlLCJIb3Jpem9udGFsQWxpZ25tZW50IjowLCJWZXJ0aWNhbEFsaWdubWVudCI6MCwiU21hcnRGb3JlZ3JvdW5kIjpudWxsLCJCYWNrZ3JvdW5kRmlsbFR5cGUiOjAsIk1hcmdpbiI6eyIkcmVmIjoiOTAifSwiUGFkZGluZyI6eyIkcmVmIjoiOTEifSwiQmFja2dyb3VuZCI6eyIkcmVmIjoiOTIifSwiSXNWaXNpYmxlIjp0cnVlLCJXaWR0aCI6MC4wLCJIZWlnaHQiOjAuMCwiQm9yZGVyU3R5bGUiOnsiJGlkIjoiMzcxIiwiTGluZUNvbG9yIjpudWxsLCJMaW5lV2VpZ2h0IjowLjAsIkxpbmVUeXBlIjowLCJQYXJlbnRTdHlsZSI6bnVsbH0sIlBhcmVudFN0eWxlIjp7IiRyZWYiOiI4NiJ9fSwiRHVyYXRpb25TdHlsZSI6eyIkaWQiOiIzNzIiLCJGb250U2V0dGluZ3MiOnsiJGlkIjoiMzczIiwiRm9udFNpemUiOjEwLCJGb250TmFtZSI6IkNhbGlicmkiLCJJc0JvbGQiOmZhbHNlLCJJc0l0YWxpYyI6ZmFsc2UsIklzVW5kZXJsaW5lZCI6ZmFsc2UsIlBhcmVudFN0eWxlIjp7IiRyZWYiOiI5NCJ9fSwiQXV0b1NpemUiOjAsIkZvcmVncm91bmQiOnsiJGlkIjoiMzc0IiwiQ29sb3IiOnsiJGlkIjoiMzc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OTcifSwiUGFkZGluZyI6eyIkcmVmIjoiOTgifSwiQmFja2dyb3VuZCI6eyIkcmVmIjoiOTkifSwiSXNWaXNpYmxlIjp0cnVlLCJXaWR0aCI6MC4wLCJIZWlnaHQiOjAuMCwiQm9yZGVyU3R5bGUiOnsiJGlkIjoiMzc2IiwiTGluZUNvbG9yIjpudWxsLCJMaW5lV2VpZ2h0IjowLjAsIkxpbmVUeXBlIjowLCJQYXJlbnRTdHlsZSI6bnVsbH0sIlBhcmVudFN0eWxlIjp7IiRyZWYiOiI5MyJ9fSwiSG9yaXpvbnRhbENvbm5lY3RvclN0eWxlIjp7IiRpZCI6IjM3NyIsIkxpbmVDb2xvciI6eyIkcmVmIjoiMTAxIn0sIkxpbmVXZWlnaHQiOjAuMCwiTGluZVR5cGUiOjAsIlBhcmVudFN0eWxlIjp7IiRyZWYiOiIxMDAifX0sIlZlcnRpY2FsQ29ubmVjdG9yU3R5bGUiOnsiJGlkIjoiMzc4IiwiTGluZUNvbG9yIjp7IiRyZWYiOiIxMDQifSwiTGluZVdlaWdodCI6MC4wLCJMaW5lVHlwZSI6MCwiUGFyZW50U3R5bGUiOnsiJHJlZiI6IjEwMyJ9fSwiTWFyZ2luIjpudWxsLCJTdGFydERhdGVQb3NpdGlvbiI6NCwiRW5kRGF0ZVBvc2l0aW9uIjo0LCJEYXRlSXNWaXNpYmxlIjp0cnVlLCJUaXRsZVBvc2l0aW9uIjozLCJEdXJhdGlvblBvc2l0aW9uIjo2LCJQZXJjZW50YWdlQ29tcGxldGVkUG9zaXRpb24iOjYsIlNwYWNpbmciOjUsIklzQmVsb3dUaW1lYmFuZCI6dHJ1ZSwiUGVyY2VudGFnZUNvbXBsZXRlU2hhcGVPcGFjaXR5IjozNSwiU2hhcGVTdHlsZSI6eyIkaWQiOiIzNzkiLCJNYXJnaW4iOnsiJHJlZiI6IjEwNyJ9LCJQYWRkaW5nIjp7IiRyZWYiOiIxMDgifSwiQmFja2dyb3VuZCI6eyIkaWQiOiIzODAiLCJDb2xvciI6eyIkaWQiOiIzODEiLCJBIjoyNTUsIlIiOjIxMCwiRyI6NzEsIkIiOjM4fX0sIklzVmlzaWJsZSI6dHJ1ZSwiV2lkdGgiOjAuMCwiSGVpZ2h0IjoxNi4wLCJCb3JkZXJTdHlsZSI6eyIkaWQiOiIzODIiLCJMaW5lQ29sb3IiOnsiJGlkIjoiMzgzIiwiJHR5cGUiOiJOTFJFLkNvbW1vbi5Eb20uU29saWRDb2xvckJydXNoLCBOTFJFLkNvbW1vbiIsIkNvbG9yIjp7IiRpZCI6IjM4NCIsIkEiOjI1NSwiUiI6MjU1LCJHIjowLCJCIjowfX0sIkxpbmVXZWlnaHQiOjAuMCwiTGluZVR5cGUiOjAsIlBhcmVudFN0eWxlIjpudWxsfSwiUGFyZW50U3R5bGUiOnsiJHJlZiI6IjEwNiJ9fSwiVGl0bGVTdHlsZSI6eyIkaWQiOiIzODUiLCJGb250U2V0dGluZ3MiOnsiJGlkIjoiMzg2IiwiRm9udFNpemUiOjEwLCJGb250TmFtZSI6IkNhbGlicmkiLCJJc0JvbGQiOnRydWUsIklzSXRhbGljIjpmYWxzZSwiSXNVbmRlcmxpbmVkIjpmYWxzZSwiUGFyZW50U3R5bGUiOnsiJHJlZiI6IjExNSJ9fSwiQXV0b1NpemUiOjAsIkZvcmVncm91bmQiOnsiJGlkIjoiMzg3IiwiQ29sb3IiOnsiJGlkIjoiMzg4IiwiQSI6MjU1LCJSIjoyMTAsIkciOjcxLCJCIjozOH19LCJNYXhXaWR0aCI6NTAuODY3MDA4MjA5MjI4NTE2LCJNYXhIZWlnaHQiOiJJbmZpbml0eSIsIlNtYXJ0Rm9yZWdyb3VuZElzQWN0aXZlIjpmYWxzZSwiSG9yaXpvbnRhbEFsaWdubWVudCI6Mi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M4OSIsIkxpbmVDb2xvciI6bnVsbCwiTGluZVdlaWdodCI6MC4wLCJMaW5lVHlwZSI6MCwiUGFyZW50U3R5bGUiOm51bGx9LCJQYXJlbnRTdHlsZSI6eyIkcmVmIjoiMTE0In19LCJEYXRlU3R5bGUiOnsiJGlkIjoiMzkwIiwiRm9udFNldHRpbmdzIjp7IiRpZCI6IjM5MSIsIkZvbnRTaXplIjoxMCwiRm9udE5hbWUiOiJDYWxpYnJpIiwiSXNCb2xkIjpmYWxzZSwiSXNJdGFsaWMiOmZhbHNlLCJJc1VuZGVybGluZWQiOmZhbHNlLCJQYXJlbnRTdHlsZSI6eyIkcmVmIjoiMTIyIn19LCJBdXRvU2l6ZSI6MCwiRm9yZWdyb3VuZCI6eyIkaWQiOiIzOTIiLCJDb2xvciI6eyIkaWQiOiIzOTMiLCJBIjoyNTUsIlIiOjEyNywiRyI6MTI3LCJCIjoxMjd9fSwiTWF4V2lkdGgiOjIwMC4wLCJNYXhIZWlnaHQiOiJJbmZpbml0eSIsIlNtYXJ0Rm9yZWdyb3VuZElzQWN0aXZlIjpmYWxzZSwiSG9yaXpvbnRhbEFsaWdubWVudCI6MCwiVmVydGljYWxBbGlnbm1lbnQiOjAsIlNtYXJ0Rm9yZWdyb3VuZCI6bnVsbCwiQmFja2dyb3VuZEZpbGxUeXBlIjowLCJNYXJnaW4iOnsiJHJlZiI6IjEyNSJ9LCJQYWRkaW5nIjp7IiRyZWYiOiIxMjYifSwiQmFja2dyb3VuZCI6eyIkcmVmIjoiMTI3In0sIklzVmlzaWJsZSI6dHJ1ZSwiV2lkdGgiOjAuMCwiSGVpZ2h0IjowLjAsIkJvcmRlclN0eWxlIjp7IiRpZCI6IjM5NCIsIkxpbmVDb2xvciI6bnVsbCwiTGluZVdlaWdodCI6MC4wLCJMaW5lVHlwZSI6MCwiUGFyZW50U3R5bGUiOm51bGx9LCJQYXJlbnRTdHlsZSI6eyIkcmVmIjoiMTIxIn19LCJEYXRlRm9ybWF0Ijp7IiRyZWYiOiIxMjgifSwiSXNWaXNpYmxlIjp0cnVlLCJQYXJlbnRTdHlsZSI6eyIkcmVmIjoiODUifX0sIkluZGV4Ijo5LCJTbWFydER1cmF0aW9uQWN0aXZhdGVkIjpmYWxzZSwiRGF0ZUZvcm1hdCI6eyIkcmVmIjoiMTI4In0sIklkIjoiOWFhMTgzZDYtNWRmMi00YjBjLThmZWMtZDBhMDAyNDcxNTgzIiwiSW1wb3J0SWQiOm51bGwsIlRpdGxlIjoiVGFzayAzIEhlcmUiLCJOb3RlIjpudWxsLCJIeXBlcmxpbmsiOnsiJGlkIjoiMzk1IiwiQWRkcmVzcyI6IiIsIlN1YkFkZHJlc3MiOiIifSwiSXNDaGFuZ2VkIjpmYWxzZSwiSXNOZXciOnRydWV9LHsiJGlkIjoiMzk2IiwiR3JvdXBOYW1lIjpudWxsLCJTdGFydERhdGUiOiIyMDIwLTA5LTA4VDAwOjAwOjAwWiIsIkVuZERhdGUiOiIyMDIwLTA5LTMwVDIzOjU5OjAwWiIsIlBlcmNlbnRhZ2VDb21wbGV0ZSI6bnVsbCwiU3R5bGUiOnsiJGlkIjoiMzk3IiwiU2hhcGUiOjIsIlNoYXBlVGhpY2tuZXNzIjoxLCJEdXJhdGlvbkZvcm1hdCI6MCwiSW5jbHVkZU5vbldvcmtpbmdEYXlzSW5EdXJhdGlvbiI6ZmFsc2UsIlBlcmNlbnRhZ2VDb21wbGV0ZVN0eWxlIjp7IiRpZCI6IjM5OCIsIkZvbnRTZXR0aW5ncyI6eyIkaWQiOiIzOTkiLCJGb250U2l6ZSI6MTAsIkZvbnROYW1lIjoiQ2FsaWJyaSIsIklzQm9sZCI6ZmFsc2UsIklzSXRhbGljIjpmYWxzZSwiSXNVbmRlcmxpbmVkIjpmYWxzZSwiUGFyZW50U3R5bGUiOnsiJHJlZiI6Ijg3In19LCJBdXRvU2l6ZSI6MCwiRm9yZWdyb3VuZCI6eyIkcmVmIjoiODgi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QwMCIsIkxpbmVDb2xvciI6bnVsbCwiTGluZVdlaWdodCI6MC4wLCJMaW5lVHlwZSI6MCwiUGFyZW50U3R5bGUiOm51bGx9LCJQYXJlbnRTdHlsZSI6eyIkcmVmIjoiODYifX0sIkR1cmF0aW9uU3R5bGUiOnsiJGlkIjoiNDAxIiwiRm9udFNldHRpbmdzIjp7IiRpZCI6IjQwMiIsIkZvbnRTaXplIjoxMCwiRm9udE5hbWUiOiJDYWxpYnJpIiwiSXNCb2xkIjpmYWxzZSwiSXNJdGFsaWMiOmZhbHNlLCJJc1VuZGVybGluZWQiOmZhbHNlLCJQYXJlbnRTdHlsZSI6eyIkcmVmIjoiOTQifX0sIkF1dG9TaXplIjowLCJGb3JlZ3JvdW5kIjp7IiRpZCI6IjQwMyIsIkNvbG9yIjp7IiRpZCI6IjQwN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QwNSIsIkxpbmVDb2xvciI6bnVsbCwiTGluZVdlaWdodCI6MC4wLCJMaW5lVHlwZSI6MCwiUGFyZW50U3R5bGUiOm51bGx9LCJQYXJlbnRTdHlsZSI6eyIkcmVmIjoiOTMifX0sIkhvcml6b250YWxDb25uZWN0b3JTdHlsZSI6eyIkaWQiOiI0MDYiLCJMaW5lQ29sb3IiOnsiJHJlZiI6IjEwMSJ9LCJMaW5lV2VpZ2h0IjowLjAsIkxpbmVUeXBlIjowLCJQYXJlbnRTdHlsZSI6eyIkcmVmIjoiMTAwIn19LCJWZXJ0aWNhbENvbm5lY3RvclN0eWxlIjp7IiRpZCI6IjQwNyIsIkxpbmVDb2xvciI6eyIkcmVmIjoiMTA0In0sIkxpbmVXZWlnaHQiOjAuMCwiTGluZVR5cGUiOjAsIlBhcmVudFN0eWxlIjp7IiRyZWYiOiIxMDMifX0sIk1hcmdpbiI6bnVsbCwiU3RhcnREYXRlUG9zaXRpb24iOjQsIkVuZERhdGVQb3NpdGlvbiI6NCwiRGF0ZUlzVmlzaWJsZSI6dHJ1ZSwiVGl0bGVQb3NpdGlvbiI6MywiRHVyYXRpb25Qb3NpdGlvbiI6NiwiUGVyY2VudGFnZUNvbXBsZXRlZFBvc2l0aW9uIjo2LCJTcGFjaW5nIjo1LCJJc0JlbG93VGltZWJhbmQiOnRydWUsIlBlcmNlbnRhZ2VDb21wbGV0ZVNoYXBlT3BhY2l0eSI6MzUsIlNoYXBlU3R5bGUiOnsiJGlkIjoiNDA4IiwiTWFyZ2luIjp7IiRyZWYiOiIxMDcifSwiUGFkZGluZyI6eyIkcmVmIjoiMTA4In0sIkJhY2tncm91bmQiOnsiJGlkIjoiNDA5IiwiQ29sb3IiOnsiJGlkIjoiNDEwIiwiQSI6MjU1LCJSIjo5OCwiRyI6MTgxLCJCIjoxMjN9fSwiSXNWaXNpYmxlIjp0cnVlLCJXaWR0aCI6MC4wLCJIZWlnaHQiOjE2LjAsIkJvcmRlclN0eWxlIjp7IiRpZCI6IjQxMSIsIkxpbmVDb2xvciI6eyIkaWQiOiI0MTIiLCIkdHlwZSI6Ik5MUkUuQ29tbW9uLkRvbS5Tb2xpZENvbG9yQnJ1c2gsIE5MUkUuQ29tbW9uIiwiQ29sb3IiOnsiJGlkIjoiNDEzIiwiQSI6MjU1LCJSIjoyNTUsIkciOjAsIkIiOjB9fSwiTGluZVdlaWdodCI6MC4wLCJMaW5lVHlwZSI6MCwiUGFyZW50U3R5bGUiOm51bGx9LCJQYXJlbnRTdHlsZSI6eyIkcmVmIjoiMTA2In19LCJUaXRsZVN0eWxlIjp7IiRpZCI6IjQxNCIsIkZvbnRTZXR0aW5ncyI6eyIkaWQiOiI0MTUiLCJGb250U2l6ZSI6MTAsIkZvbnROYW1lIjoiQ2FsaWJyaSIsIklzQm9sZCI6dHJ1ZSwiSXNJdGFsaWMiOmZhbHNlLCJJc1VuZGVybGluZWQiOmZhbHNlLCJQYXJlbnRTdHlsZSI6eyIkcmVmIjoiMTE1In19LCJBdXRvU2l6ZSI6MCwiRm9yZWdyb3VuZCI6eyIkaWQiOiI0MTYiLCJDb2xvciI6eyIkaWQiOiI0MTciLCJBIjoyNTUsIlIiOjcyLCJHIjoxNTQsIkIiOjk3fX0sIk1heFdpZHRoIjo1MS40OTgwMzE2MTYyMTA5MzgsIk1heEhlaWdodCI6IkluZmluaXR5IiwiU21hcnRGb3JlZ3JvdW5kSXNBY3RpdmUiOmZhbHNlLCJIb3Jpem9udGFsQWxpZ25tZW50Ijoy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NDE4IiwiTGluZUNvbG9yIjpudWxsLCJMaW5lV2VpZ2h0IjowLjAsIkxpbmVUeXBlIjowLCJQYXJlbnRTdHlsZSI6bnVsbH0sIlBhcmVudFN0eWxlIjp7IiRyZWYiOiIxMTQifX0sIkRhdGVTdHlsZSI6eyIkaWQiOiI0MTkiLCJGb250U2V0dGluZ3MiOnsiJGlkIjoiNDIwIiwiRm9udFNpemUiOjEwLCJGb250TmFtZSI6IkNhbGlicmkiLCJJc0JvbGQiOmZhbHNlLCJJc0l0YWxpYyI6ZmFsc2UsIklzVW5kZXJsaW5lZCI6ZmFsc2UsIlBhcmVudFN0eWxlIjp7IiRyZWYiOiIxMjIifX0sIkF1dG9TaXplIjowLCJGb3JlZ3JvdW5kIjp7IiRpZCI6IjQyMSIsIkNvbG9yIjp7IiRpZCI6IjQyMiIsIkEiOjI1NSwiUiI6MTI3LCJHIjoxMjcsIkIiOjEy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NDIzIiwiTGluZUNvbG9yIjpudWxsLCJMaW5lV2VpZ2h0IjowLjAsIkxpbmVUeXBlIjowLCJQYXJlbnRTdHlsZSI6bnVsbH0sIlBhcmVudFN0eWxlIjp7IiRyZWYiOiIxMjEifX0sIkRhdGVGb3JtYXQiOnsiJHJlZiI6IjEyOCJ9LCJJc1Zpc2libGUiOnRydWUsIlBhcmVudFN0eWxlIjp7IiRyZWYiOiI4NSJ9fSwiSW5kZXgiOjEwLCJTbWFydER1cmF0aW9uQWN0aXZhdGVkIjpmYWxzZSwiRGF0ZUZvcm1hdCI6eyIkcmVmIjoiMTI4In0sIklkIjoiMDZhNmEyMDAtMjFlYS00YWNkLWFjMjAtYjQxZjdiMzdiMGRkIiwiSW1wb3J0SWQiOm51bGwsIlRpdGxlIjoiVGFzayA0IEhlcmUiLCJOb3RlIjpudWxsLCJIeXBlcmxpbmsiOnsiJGlkIjoiNDI0IiwiQWRkcmVzcyI6IiIsIlN1YkFkZHJlc3MiOiIifSwiSXNDaGFuZ2VkIjpmYWxzZSwiSXNOZXciOnRydWV9LHsiJGlkIjoiNDI1IiwiR3JvdXBOYW1lIjpudWxsLCJTdGFydERhdGUiOiIyMDIwLTEwLTA0VDAwOjAwOjAwWiIsIkVuZERhdGUiOiIyMDIwLTExLTA3VDIzOjU5OjAwWiIsIlBlcmNlbnRhZ2VDb21wbGV0ZSI6bnVsbCwiU3R5bGUiOnsiJGlkIjoiNDI2IiwiU2hhcGUiOjIsIlNoYXBlVGhpY2tuZXNzIjoxLCJEdXJhdGlvbkZvcm1hdCI6MCwiSW5jbHVkZU5vbldvcmtpbmdEYXlzSW5EdXJhdGlvbiI6ZmFsc2UsIlBlcmNlbnRhZ2VDb21wbGV0ZVN0eWxlIjp7IiRpZCI6IjQyNyIsIkZvbnRTZXR0aW5ncyI6eyIkaWQiOiI0MjgiLCJGb250U2l6ZSI6MTAsIkZvbnROYW1lIjoiQ2FsaWJyaSIsIklzQm9sZCI6ZmFsc2UsIklzSXRhbGljIjpmYWxzZSwiSXNVbmRlcmxpbmVkIjpmYWxzZSwiUGFyZW50U3R5bGUiOnsiJHJlZiI6Ijg3In19LCJBdXRvU2l6ZSI6MCwiRm9yZWdyb3VuZCI6eyIkcmVmIjoiODgifSwiTWF4V2lkdGgiOjIwMC4wLCJNYXhIZWlnaHQiOiJJbmZpbml0eSIsIlNtYXJ0Rm9yZWdyb3VuZElzQWN0aXZlIjpmYWxzZSwiSG9yaXpvbnRhbEFsaWdubWVudCI6MCwiVmVydGljYWxBbGlnbm1lbnQiOjAsIlNtYXJ0Rm9yZWdyb3VuZCI6bnVsbCwiQmFja2dyb3VuZEZpbGxUeXBlIjowLCJNYXJnaW4iOnsiJHJlZiI6IjkwIn0sIlBhZGRpbmciOnsiJHJlZiI6IjkxIn0sIkJhY2tncm91bmQiOnsiJHJlZiI6IjkyIn0sIklzVmlzaWJsZSI6dHJ1ZSwiV2lkdGgiOjAuMCwiSGVpZ2h0IjowLjAsIkJvcmRlclN0eWxlIjp7IiRpZCI6IjQyOSIsIkxpbmVDb2xvciI6bnVsbCwiTGluZVdlaWdodCI6MC4wLCJMaW5lVHlwZSI6MCwiUGFyZW50U3R5bGUiOm51bGx9LCJQYXJlbnRTdHlsZSI6eyIkcmVmIjoiODYifX0sIkR1cmF0aW9uU3R5bGUiOnsiJGlkIjoiNDMwIiwiRm9udFNldHRpbmdzIjp7IiRpZCI6IjQzMSIsIkZvbnRTaXplIjoxMCwiRm9udE5hbWUiOiJDYWxpYnJpIiwiSXNCb2xkIjpmYWxzZSwiSXNJdGFsaWMiOmZhbHNlLCJJc1VuZGVybGluZWQiOmZhbHNlLCJQYXJlbnRTdHlsZSI6eyIkcmVmIjoiOTQifX0sIkF1dG9TaXplIjowLCJGb3JlZ3JvdW5kIjp7IiRpZCI6IjQzMiIsIkNvbG9yIjp7IiRpZCI6IjQzMy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k3In0sIlBhZGRpbmciOnsiJHJlZiI6Ijk4In0sIkJhY2tncm91bmQiOnsiJHJlZiI6Ijk5In0sIklzVmlzaWJsZSI6dHJ1ZSwiV2lkdGgiOjAuMCwiSGVpZ2h0IjowLjAsIkJvcmRlclN0eWxlIjp7IiRpZCI6IjQzNCIsIkxpbmVDb2xvciI6bnVsbCwiTGluZVdlaWdodCI6MC4wLCJMaW5lVHlwZSI6MCwiUGFyZW50U3R5bGUiOm51bGx9LCJQYXJlbnRTdHlsZSI6eyIkcmVmIjoiOTMifX0sIkhvcml6b250YWxDb25uZWN0b3JTdHlsZSI6eyIkaWQiOiI0MzUiLCJMaW5lQ29sb3IiOnsiJHJlZiI6IjEwMSJ9LCJMaW5lV2VpZ2h0IjowLjAsIkxpbmVUeXBlIjowLCJQYXJlbnRTdHlsZSI6eyIkcmVmIjoiMTAwIn19LCJWZXJ0aWNhbENvbm5lY3RvclN0eWxlIjp7IiRpZCI6IjQzNiIsIkxpbmVDb2xvciI6eyIkcmVmIjoiMTA0In0sIkxpbmVXZWlnaHQiOjAuMCwiTGluZVR5cGUiOjAsIlBhcmVudFN0eWxlIjp7IiRyZWYiOiIxMDMifX0sIk1hcmdpbiI6bnVsbCwiU3RhcnREYXRlUG9zaXRpb24iOjQsIkVuZERhdGVQb3NpdGlvbiI6NCwiRGF0ZUlzVmlzaWJsZSI6dHJ1ZSwiVGl0bGVQb3NpdGlvbiI6MywiRHVyYXRpb25Qb3NpdGlvbiI6NiwiUGVyY2VudGFnZUNvbXBsZXRlZFBvc2l0aW9uIjo2LCJTcGFjaW5nIjo1LCJJc0JlbG93VGltZWJhbmQiOnRydWUsIlBlcmNlbnRhZ2VDb21wbGV0ZVNoYXBlT3BhY2l0eSI6MzUsIlNoYXBlU3R5bGUiOnsiJGlkIjoiNDM3IiwiTWFyZ2luIjp7IiRyZWYiOiIxMDcifSwiUGFkZGluZyI6eyIkcmVmIjoiMTA4In0sIkJhY2tncm91bmQiOnsiJGlkIjoiNDM4IiwiQ29sb3IiOnsiJGlkIjoiNDM5IiwiQSI6MjU1LCJSIjo5OCwiRyI6MTgxLCJCIjoxMjN9fSwiSXNWaXNpYmxlIjp0cnVlLCJXaWR0aCI6MC4wLCJIZWlnaHQiOjE2LjAsIkJvcmRlclN0eWxlIjp7IiRpZCI6IjQ0MCIsIkxpbmVDb2xvciI6eyIkaWQiOiI0NDEiLCIkdHlwZSI6Ik5MUkUuQ29tbW9uLkRvbS5Tb2xpZENvbG9yQnJ1c2gsIE5MUkUuQ29tbW9uIiwiQ29sb3IiOnsiJGlkIjoiNDQyIiwiQSI6MjU1LCJSIjoyNTUsIkciOjAsIkIiOjB9fSwiTGluZVdlaWdodCI6MC4wLCJMaW5lVHlwZSI6MCwiUGFyZW50U3R5bGUiOm51bGx9LCJQYXJlbnRTdHlsZSI6eyIkcmVmIjoiMTA2In19LCJUaXRsZVN0eWxlIjp7IiRpZCI6IjQ0MyIsIkZvbnRTZXR0aW5ncyI6eyIkaWQiOiI0NDQiLCJGb250U2l6ZSI6MTAsIkZvbnROYW1lIjoiQ2FsaWJyaSIsIklzQm9sZCI6dHJ1ZSwiSXNJdGFsaWMiOmZhbHNlLCJJc1VuZGVybGluZWQiOmZhbHNlLCJQYXJlbnRTdHlsZSI6eyIkcmVmIjoiMTE1In19LCJBdXRvU2l6ZSI6MCwiRm9yZWdyb3VuZCI6eyIkaWQiOiI0NDUiLCJDb2xvciI6eyIkaWQiOiI0NDYiLCJBIjoyNTUsIlIiOjcyLCJHIjoxNTQsIkIiOjk3fX0sIk1heFdpZHRoIjo1MS4xMTk0NDk2MTU0Nzg1MTYsIk1heEhlaWdodCI6IkluZmluaXR5IiwiU21hcnRGb3JlZ3JvdW5kSXNBY3RpdmUiOmZhbHNlLCJIb3Jpem9udGFsQWxpZ25tZW50IjoyLCJWZXJ0aWNhbEFsaWdubWVudCI6MCwiU21hcnRGb3JlZ3JvdW5kIjpudWxsLCJCYWNrZ3JvdW5kRmlsbFR5cGUiOjAsIk1hcmdpbiI6eyIkcmVmIjoiMTE4In0sIlBhZGRpbmciOnsiJHJlZiI6IjExOSJ9LCJCYWNrZ3JvdW5kIjp7IiRyZWYiOiIxMjAifSwiSXNWaXNpYmxlIjp0cnVlLCJXaWR0aCI6MC4wLCJIZWlnaHQiOjAuMCwiQm9yZGVyU3R5bGUiOnsiJGlkIjoiNDQ3IiwiTGluZUNvbG9yIjpudWxsLCJMaW5lV2VpZ2h0IjowLjAsIkxpbmVUeXBlIjowLCJQYXJlbnRTdHlsZSI6bnVsbH0sIlBhcmVudFN0eWxlIjp7IiRyZWYiOiIxMTQifX0sIkRhdGVTdHlsZSI6eyIkaWQiOiI0NDgiLCJGb250U2V0dGluZ3MiOnsiJGlkIjoiNDQ5IiwiRm9udFNpemUiOjEwLCJGb250TmFtZSI6IkNhbGlicmkiLCJJc0JvbGQiOmZhbHNlLCJJc0l0YWxpYyI6ZmFsc2UsIklzVW5kZXJsaW5lZCI6ZmFsc2UsIlBhcmVudFN0eWxlIjp7IiRyZWYiOiIxMjIifX0sIkF1dG9TaXplIjowLCJGb3JlZ3JvdW5kIjp7IiRpZCI6IjQ1MCIsIkNvbG9yIjp7IiRpZCI6IjQ1MSIsIkEiOjI1NSwiUiI6MTI3LCJHIjoxMjcsIkIiOjEyN319LCJNYXhXaWR0aCI6MjAwLjAsIk1heEhlaWdodCI6IkluZmluaXR5IiwiU21hcnRGb3JlZ3JvdW5kSXNBY3RpdmUiOmZhbHNlLCJIb3Jpem9udGFsQWxpZ25tZW50IjowLCJWZXJ0aWNhbEFsaWdubWVudCI6MCwiU21hcnRGb3JlZ3JvdW5kIjpudWxsLCJCYWNrZ3JvdW5kRmlsbFR5cGUiOjAsIk1hcmdpbiI6eyIkcmVmIjoiMTI1In0sIlBhZGRpbmciOnsiJHJlZiI6IjEyNiJ9LCJCYWNrZ3JvdW5kIjp7IiRyZWYiOiIxMjcifSwiSXNWaXNpYmxlIjp0cnVlLCJXaWR0aCI6MC4wLCJIZWlnaHQiOjAuMCwiQm9yZGVyU3R5bGUiOnsiJGlkIjoiNDUyIiwiTGluZUNvbG9yIjpudWxsLCJMaW5lV2VpZ2h0IjowLjAsIkxpbmVUeXBlIjowLCJQYXJlbnRTdHlsZSI6bnVsbH0sIlBhcmVudFN0eWxlIjp7IiRyZWYiOiIxMjEifX0sIkRhdGVGb3JtYXQiOnsiJHJlZiI6IjEyOCJ9LCJJc1Zpc2libGUiOnRydWUsIlBhcmVudFN0eWxlIjp7IiRyZWYiOiI4NSJ9fSwiSW5kZXgiOjExLCJTbWFydER1cmF0aW9uQWN0aXZhdGVkIjpmYWxzZSwiRGF0ZUZvcm1hdCI6eyIkcmVmIjoiMTI4In0sIklkIjoiZTZmNWM5MTgtYmRkNi00OWExLWFjOTEtOWNmMjI0NjhhMjNiIiwiSW1wb3J0SWQiOm51bGwsIlRpdGxlIjoiVGFzayA1IEhlcmUiLCJOb3RlIjpudWxsLCJIeXBlcmxpbmsiOnsiJGlkIjoiNDUzIiwiQWRkcmVzcyI6IiIsIlN1YkFkZHJlc3MiOiIifSwiSXNDaGFuZ2VkIjpmYWxzZSwiSXNOZXciOnRydWV9XSwiU3dpbWxhbmVzIjpbXSwiTXNQcm9qZWN0SXRlbXNUcmVlIjp7IiRpZCI6IjQ1NCIsIlJvb3QiOnsiSW1wb3J0SWQiOm51bGwsIklzSW1wb3J0ZWQiOmZhbHNlLCJDaGlsZHJlbiI6W119fSwiTWV0YWRhdGEiOnsiJGlkIjoiNDU1IiwiUmVjZW50Q29sb3JzQ29sbGVjdGlvbiI6IltdIn0sIlNldHRpbmdzIjp7IiRpZCI6IjQ1NiIsIkltcGFPcHRpb25zIjpudWxsLCJVc2VDb21wcmVzc2lvbiI6ZmFsc2UsIkNvbXByZXNpb25QZXJjZW50YWdlIjo1MC4wLCJJbmFjdGl2ZUludGVydmFsV2lkdGhUaHJlc2hvbGQiOjMwLjAsIkluYWN0aXZlSW50ZXJ2YWxXaWR0aCI6MS4wLCJTcGxpdFRhc2tzIjpmYWxzZSwiVXNlQ2x1c3RlciI6ZmFsc2UsIkVwc2lsb24iOjAuMCwiTWluUG9pbnRzVG9Gb3JtQUNsdXN0ZXIiOjIsIkdlbmVyYXRlSW52aXNpYmxlU2hhcGVzIjp0cnVlLCJTbWFydFRpbWVsaW5lVGFza1BlcmNlbnRhZ2VGaXQiOmZhbHNlfSwiSXNOZXciOmZhbHNlLCJJbXBvcnRUeXBlIjowLCJGaWxlUGF0aCI6bnVsbCwiVGltZUNvbmZpZ3VyYXRpb24iOnsiJGlkIjoiNDU3IiwiVXNlVGltZSI6ZmFsc2UsIldvcmtEYXlTdGFydCI6IjAwOjAwOjAwIiwiV29ya0RheUVuZCI6IjIzOjU5OjAwIn0sIkxhc3RVc2VkVGVtcGxhdGVJZCI6ImMxMWY2ZjQ5LTdkYjgtNDVmZC1iYTMyLWJmY2FlYTQ5MmYzOSJ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Widescreen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Corbel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tristrategy9999@outlook.com</dc:creator>
  <cp:lastModifiedBy>tristrategy9999@outlook.com</cp:lastModifiedBy>
  <cp:revision>1</cp:revision>
  <dcterms:created xsi:type="dcterms:W3CDTF">2025-12-12T19:13:37Z</dcterms:created>
  <dcterms:modified xsi:type="dcterms:W3CDTF">2025-12-12T19:14:09Z</dcterms:modified>
</cp:coreProperties>
</file>